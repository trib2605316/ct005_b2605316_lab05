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1"/>
  </p:handoutMasterIdLst>
  <p:sldIdLst>
    <p:sldId id="256" r:id="rId3"/>
    <p:sldId id="257" r:id="rId4"/>
    <p:sldId id="260" r:id="rId5"/>
    <p:sldId id="261" r:id="rId6"/>
    <p:sldId id="262" r:id="rId7"/>
    <p:sldId id="259" r:id="rId8"/>
    <p:sldId id="263" r:id="rId9"/>
    <p:sldId id="264" r:id="rId10"/>
  </p:sldIdLst>
  <p:sldSz cx="12192000" cy="6858000"/>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AFEF"/>
    <a:srgbClr val="898989"/>
    <a:srgbClr val="1F5CA9"/>
    <a:srgbClr val="0070C0"/>
    <a:srgbClr val="DCDCDC"/>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778"/>
    <p:restoredTop sz="94660"/>
  </p:normalViewPr>
  <p:slideViewPr>
    <p:cSldViewPr snapToGrid="0" showGuides="1">
      <p:cViewPr varScale="1">
        <p:scale>
          <a:sx n="99" d="100"/>
          <a:sy n="99" d="100"/>
        </p:scale>
        <p:origin x="84" y="582"/>
      </p:cViewPr>
      <p:guideLst>
        <p:guide orient="horz" pos="2210"/>
        <p:guide pos="3838"/>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en-US" strike="noStrike" noProof="1"/>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696C064A-D61B-4B21-B757-51A9B82445B8}" type="datetimeFigureOut">
              <a:rPr lang="en-US" strike="noStrike" noProof="1" smtClean="0">
                <a:latin typeface="+mn-lt"/>
                <a:ea typeface="+mn-ea"/>
                <a:cs typeface="+mn-cs"/>
              </a:rPr>
            </a:fld>
            <a:endParaRPr lang="en-US" strike="noStrike" noProof="1"/>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en-US" strike="noStrike" noProof="1"/>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50305E07-67EA-4042-A3F6-853A8AD8D209}" type="slidenum">
              <a:rPr lang="en-US" strike="noStrike" noProof="1" smtClean="0">
                <a:latin typeface="+mn-lt"/>
                <a:ea typeface="+mn-ea"/>
                <a:cs typeface="+mn-cs"/>
              </a:rPr>
            </a:fld>
            <a:endParaRPr lang="en-US" strike="noStrike" noProof="1"/>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image" Target="../media/image4.emf"/><Relationship Id="rId4" Type="http://schemas.openxmlformats.org/officeDocument/2006/relationships/image" Target="../media/image3.emf"/><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7.emf"/><Relationship Id="rId4" Type="http://schemas.openxmlformats.org/officeDocument/2006/relationships/image" Target="../media/image6.png"/><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8.emf"/><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40" descr="thumbnail"/>
          <p:cNvPicPr>
            <a:picLocks noChangeAspect="1"/>
          </p:cNvPicPr>
          <p:nvPr userDrawn="1"/>
        </p:nvPicPr>
        <p:blipFill>
          <a:blip r:embed="rId2"/>
          <a:srcRect l="14323" t="23286" r="67969" b="33009"/>
          <a:stretch>
            <a:fillRect/>
          </a:stretch>
        </p:blipFill>
        <p:spPr>
          <a:xfrm>
            <a:off x="0" y="0"/>
            <a:ext cx="12192000" cy="6858000"/>
          </a:xfrm>
          <a:prstGeom prst="rect">
            <a:avLst/>
          </a:prstGeom>
          <a:noFill/>
          <a:ln w="9525">
            <a:noFill/>
          </a:ln>
        </p:spPr>
      </p:pic>
      <p:pic>
        <p:nvPicPr>
          <p:cNvPr id="2051" name="Picture 4" descr="256x256 CTU_logo"/>
          <p:cNvPicPr>
            <a:picLocks noChangeAspect="1"/>
          </p:cNvPicPr>
          <p:nvPr userDrawn="1"/>
        </p:nvPicPr>
        <p:blipFill>
          <a:blip r:embed="rId3"/>
          <a:stretch>
            <a:fillRect/>
          </a:stretch>
        </p:blipFill>
        <p:spPr>
          <a:xfrm>
            <a:off x="5553075" y="665163"/>
            <a:ext cx="1085850" cy="1084262"/>
          </a:xfrm>
          <a:prstGeom prst="rect">
            <a:avLst/>
          </a:prstGeom>
          <a:noFill/>
          <a:ln w="9525">
            <a:noFill/>
          </a:ln>
        </p:spPr>
      </p:pic>
      <p:pic>
        <p:nvPicPr>
          <p:cNvPr id="2052" name="Picture 21" descr="image2"/>
          <p:cNvPicPr>
            <a:picLocks noChangeAspect="1"/>
          </p:cNvPicPr>
          <p:nvPr userDrawn="1"/>
        </p:nvPicPr>
        <p:blipFill>
          <a:blip r:embed="rId4"/>
          <a:stretch>
            <a:fillRect/>
          </a:stretch>
        </p:blipFill>
        <p:spPr>
          <a:xfrm>
            <a:off x="2608263" y="6423025"/>
            <a:ext cx="9307512" cy="209550"/>
          </a:xfrm>
          <a:prstGeom prst="rect">
            <a:avLst/>
          </a:prstGeom>
          <a:noFill/>
          <a:ln w="9525">
            <a:noFill/>
          </a:ln>
        </p:spPr>
      </p:pic>
      <p:sp>
        <p:nvSpPr>
          <p:cNvPr id="2053" name="Text Box 28"/>
          <p:cNvSpPr txBox="1"/>
          <p:nvPr userDrawn="1"/>
        </p:nvSpPr>
        <p:spPr>
          <a:xfrm>
            <a:off x="4237038" y="4664710"/>
            <a:ext cx="4064000" cy="368300"/>
          </a:xfrm>
          <a:prstGeom prst="rect">
            <a:avLst/>
          </a:prstGeom>
          <a:noFill/>
          <a:ln w="9525">
            <a:noFill/>
          </a:ln>
        </p:spPr>
        <p:txBody>
          <a:bodyPr wrap="square" anchor="t" anchorCtr="0">
            <a:spAutoFit/>
          </a:bodyPr>
          <a:p>
            <a:pPr lvl="0" algn="ctr"/>
            <a:r>
              <a:rPr lang="en-US" altLang="zh-CN">
                <a:solidFill>
                  <a:schemeClr val="bg1"/>
                </a:solidFill>
                <a:latin typeface="Readex Pro" charset="0"/>
              </a:rPr>
              <a:t>Tên tác giả hoặc ngày tháng</a:t>
            </a:r>
            <a:endParaRPr lang="en-US" altLang="zh-CN">
              <a:latin typeface="Readex Pro" charset="0"/>
            </a:endParaRPr>
          </a:p>
        </p:txBody>
      </p:sp>
      <p:sp>
        <p:nvSpPr>
          <p:cNvPr id="2054" name="Text Box 29"/>
          <p:cNvSpPr txBox="1"/>
          <p:nvPr userDrawn="1"/>
        </p:nvSpPr>
        <p:spPr>
          <a:xfrm>
            <a:off x="187325" y="6423025"/>
            <a:ext cx="2982913" cy="368300"/>
          </a:xfrm>
          <a:prstGeom prst="rect">
            <a:avLst/>
          </a:prstGeom>
          <a:noFill/>
          <a:ln w="9525">
            <a:noFill/>
          </a:ln>
        </p:spPr>
        <p:txBody>
          <a:bodyPr wrap="square" anchor="t" anchorCtr="0"/>
          <a:p>
            <a:pPr lvl="0" algn="ctr"/>
            <a:r>
              <a:rPr lang="en-US" altLang="zh-CN" sz="1600" b="1">
                <a:solidFill>
                  <a:schemeClr val="bg1"/>
                </a:solidFill>
                <a:latin typeface="K2D" panose="00000500000000000000" charset="0"/>
              </a:rPr>
              <a:t>Đại Học Cần Thơ</a:t>
            </a:r>
            <a:endParaRPr lang="en-US" altLang="zh-CN" sz="1600" b="1">
              <a:solidFill>
                <a:schemeClr val="bg1"/>
              </a:solidFill>
              <a:latin typeface="K2D" panose="00000500000000000000" charset="0"/>
            </a:endParaRPr>
          </a:p>
          <a:p>
            <a:pPr lvl="0" algn="ctr"/>
            <a:r>
              <a:rPr lang="en-US" altLang="zh-CN" sz="800">
                <a:solidFill>
                  <a:schemeClr val="bg1"/>
                </a:solidFill>
                <a:latin typeface="Readex Pro" charset="0"/>
              </a:rPr>
              <a:t>Cộng đồng - Toàn diện - Ưu việt</a:t>
            </a:r>
            <a:endParaRPr lang="en-US" altLang="zh-CN" sz="800">
              <a:solidFill>
                <a:schemeClr val="bg1"/>
              </a:solidFill>
              <a:latin typeface="Readex Pro" charset="0"/>
            </a:endParaRPr>
          </a:p>
        </p:txBody>
      </p:sp>
      <p:pic>
        <p:nvPicPr>
          <p:cNvPr id="2055" name="Picture 34" descr="image3"/>
          <p:cNvPicPr>
            <a:picLocks noChangeAspect="1"/>
          </p:cNvPicPr>
          <p:nvPr userDrawn="1"/>
        </p:nvPicPr>
        <p:blipFill>
          <a:blip r:embed="rId5"/>
          <a:srcRect l="55469" t="2943" r="1982" b="55609"/>
          <a:stretch>
            <a:fillRect/>
          </a:stretch>
        </p:blipFill>
        <p:spPr>
          <a:xfrm>
            <a:off x="114300" y="6489700"/>
            <a:ext cx="704850" cy="309563"/>
          </a:xfrm>
          <a:prstGeom prst="rect">
            <a:avLst/>
          </a:prstGeom>
          <a:noFill/>
          <a:ln w="9525">
            <a:noFill/>
          </a:ln>
        </p:spPr>
      </p:pic>
      <p:sp>
        <p:nvSpPr>
          <p:cNvPr id="2056" name="Text Box 36"/>
          <p:cNvSpPr txBox="1"/>
          <p:nvPr userDrawn="1"/>
        </p:nvSpPr>
        <p:spPr>
          <a:xfrm>
            <a:off x="-1565275" y="6430963"/>
            <a:ext cx="4064000" cy="368300"/>
          </a:xfrm>
          <a:prstGeom prst="rect">
            <a:avLst/>
          </a:prstGeom>
          <a:noFill/>
          <a:ln w="9525">
            <a:noFill/>
          </a:ln>
        </p:spPr>
        <p:txBody>
          <a:bodyPr wrap="square" anchor="t" anchorCtr="0">
            <a:spAutoFit/>
          </a:bodyPr>
          <a:p>
            <a:pPr lvl="0" algn="ctr"/>
            <a:r>
              <a:rPr lang="en-US" altLang="zh-CN" b="1">
                <a:solidFill>
                  <a:schemeClr val="bg1"/>
                </a:solidFill>
                <a:latin typeface="K2D" panose="00000500000000000000" charset="0"/>
              </a:rPr>
              <a:t>CTU</a:t>
            </a:r>
            <a:endParaRPr lang="en-US" altLang="zh-CN" b="1">
              <a:solidFill>
                <a:schemeClr val="bg1"/>
              </a:solidFill>
              <a:latin typeface="K2D" panose="00000500000000000000" charset="0"/>
            </a:endParaRPr>
          </a:p>
        </p:txBody>
      </p:sp>
      <p:sp>
        <p:nvSpPr>
          <p:cNvPr id="2057" name="Text Box 37"/>
          <p:cNvSpPr txBox="1"/>
          <p:nvPr userDrawn="1"/>
        </p:nvSpPr>
        <p:spPr>
          <a:xfrm>
            <a:off x="9251950" y="6489700"/>
            <a:ext cx="4064000" cy="368300"/>
          </a:xfrm>
          <a:prstGeom prst="rect">
            <a:avLst/>
          </a:prstGeom>
          <a:noFill/>
          <a:ln w="9525">
            <a:noFill/>
          </a:ln>
        </p:spPr>
        <p:txBody>
          <a:bodyPr wrap="square" anchor="t" anchorCtr="0"/>
          <a:p>
            <a:pPr lvl="0" algn="ctr"/>
            <a:r>
              <a:rPr lang="en-US" altLang="zh-CN" sz="1400" b="1">
                <a:solidFill>
                  <a:schemeClr val="bg1"/>
                </a:solidFill>
                <a:latin typeface="K2D" panose="00000500000000000000" charset="0"/>
              </a:rPr>
              <a:t>www.ctu.edu.vn</a:t>
            </a:r>
            <a:endParaRPr lang="en-US" altLang="zh-CN" sz="1400" b="1">
              <a:solidFill>
                <a:schemeClr val="bg1"/>
              </a:solidFill>
              <a:latin typeface="K2D" panose="00000500000000000000" charset="0"/>
            </a:endParaRPr>
          </a:p>
        </p:txBody>
      </p:sp>
      <p:sp>
        <p:nvSpPr>
          <p:cNvPr id="2" name="Title 1"/>
          <p:cNvSpPr>
            <a:spLocks noGrp="1"/>
          </p:cNvSpPr>
          <p:nvPr>
            <p:ph type="ctrTitle" hasCustomPrompt="1"/>
          </p:nvPr>
        </p:nvSpPr>
        <p:spPr>
          <a:xfrm>
            <a:off x="1198800" y="914400"/>
            <a:ext cx="9799200" cy="2570400"/>
          </a:xfrm>
        </p:spPr>
        <p:txBody>
          <a:bodyPr lIns="90000" tIns="46800" rIns="90000" bIns="46800" anchor="b" anchorCtr="0">
            <a:normAutofit/>
          </a:bodyPr>
          <a:lstStyle>
            <a:lvl1pPr algn="ctr">
              <a:defRPr sz="3600">
                <a:solidFill>
                  <a:schemeClr val="bg1"/>
                </a:solidFill>
              </a:defRPr>
            </a:lvl1pPr>
          </a:lstStyle>
          <a:p>
            <a:pPr fontAlgn="auto"/>
            <a:r>
              <a:rPr lang="en-US" strike="noStrike" noProof="1" dirty="0"/>
              <a:t>Tiêu đề chính</a:t>
            </a:r>
            <a:endParaRPr lang="en-US" strike="noStrike" noProof="1" dirty="0"/>
          </a:p>
        </p:txBody>
      </p:sp>
      <p:sp>
        <p:nvSpPr>
          <p:cNvPr id="3" name="Subtitle 2"/>
          <p:cNvSpPr>
            <a:spLocks noGrp="1"/>
          </p:cNvSpPr>
          <p:nvPr>
            <p:ph type="subTitle" idx="1" hasCustomPrompt="1"/>
          </p:nvPr>
        </p:nvSpPr>
        <p:spPr>
          <a:xfrm>
            <a:off x="1198800" y="3560400"/>
            <a:ext cx="9799200" cy="1472400"/>
          </a:xfrm>
        </p:spPr>
        <p:txBody>
          <a:bodyPr lIns="90000" tIns="46800" rIns="90000" bIns="46800">
            <a:normAutofit/>
          </a:bodyPr>
          <a:lstStyle>
            <a:lvl1pPr marL="0" indent="0" algn="ctr">
              <a:lnSpc>
                <a:spcPct val="110000"/>
              </a:lnSpc>
              <a:buNone/>
              <a:defRPr sz="2400" spc="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en-US" strike="noStrike" noProof="1" dirty="0"/>
              <a:t>Tiêu đề phụ</a:t>
            </a:r>
            <a:endParaRPr lang="en-US" strike="noStrike" noProof="1" dirty="0"/>
          </a:p>
        </p:txBody>
      </p:sp>
      <p:sp>
        <p:nvSpPr>
          <p:cNvPr id="17" name="Footer Placeholder 16"/>
          <p:cNvSpPr>
            <a:spLocks noGrp="1"/>
          </p:cNvSpPr>
          <p:nvPr>
            <p:ph type="ftr" sz="quarter" idx="11"/>
            <p:custDataLst>
              <p:tags r:id="rId6"/>
            </p:custDataLst>
          </p:nvPr>
        </p:nvSpPr>
        <p:spPr>
          <a:xfrm>
            <a:off x="2679700" y="6540500"/>
            <a:ext cx="3959225" cy="317500"/>
          </a:xfrm>
          <a:prstGeom prst="rect">
            <a:avLst/>
          </a:prstGeom>
        </p:spPr>
        <p:txBody>
          <a:bodyPr vert="horz" lIns="91440" tIns="45720" rIns="91440" bIns="45720" rtlCol="0" anchor="ctr">
            <a:normAutofit/>
          </a:bodyPr>
          <a:lstStyle>
            <a:lvl1pPr>
              <a:defRPr sz="1200" b="1">
                <a:solidFill>
                  <a:schemeClr val="bg1"/>
                </a:solidFill>
                <a:latin typeface="K2D" panose="00000500000000000000" charset="0"/>
                <a:cs typeface="K2D" panose="00000500000000000000" charset="0"/>
              </a:defRPr>
            </a:lvl1pPr>
          </a:lstStyle>
          <a:p>
            <a:pPr fontAlgn="auto"/>
            <a:endParaRPr lang="en-US" strike="noStrike" noProof="1" dirty="0"/>
          </a:p>
        </p:txBody>
      </p:sp>
      <p:sp>
        <p:nvSpPr>
          <p:cNvPr id="18" name="Slide Number Placeholder 17"/>
          <p:cNvSpPr>
            <a:spLocks noGrp="1"/>
          </p:cNvSpPr>
          <p:nvPr>
            <p:ph type="sldNum" sz="quarter" idx="12"/>
            <p:custDataLst>
              <p:tags r:id="rId7"/>
            </p:custDataLst>
          </p:nvPr>
        </p:nvSpPr>
        <p:spPr>
          <a:xfrm>
            <a:off x="9394825" y="6481763"/>
            <a:ext cx="2700338" cy="317500"/>
          </a:xfrm>
          <a:prstGeom prst="rect">
            <a:avLst/>
          </a:prstGeom>
        </p:spPr>
        <p:txBody>
          <a:bodyPr vert="horz" lIns="91440" tIns="45720" rIns="91440" bIns="45720" rtlCol="0" anchor="ctr">
            <a:normAutofit/>
          </a:bodyPr>
          <a:lstStyle>
            <a:lvl1pPr>
              <a:defRPr>
                <a:latin typeface="K2D" panose="00000500000000000000" charset="0"/>
                <a:cs typeface="K2D" panose="00000500000000000000" charset="0"/>
              </a:defRPr>
            </a:lvl1pPr>
          </a:lstStyle>
          <a:p>
            <a:pPr fontAlgn="auto"/>
            <a:endParaRPr lang="en-US" strike="noStrike" noProof="1" dirty="0"/>
          </a:p>
        </p:txBody>
      </p:sp>
      <p:sp>
        <p:nvSpPr>
          <p:cNvPr id="4" name="Date Placeholder 3"/>
          <p:cNvSpPr>
            <a:spLocks noGrp="1"/>
          </p:cNvSpPr>
          <p:nvPr>
            <p:ph type="dt" sz="half" idx="13"/>
          </p:nvPr>
        </p:nvSpPr>
        <p:spPr>
          <a:xfrm>
            <a:off x="2608580" y="6541770"/>
            <a:ext cx="2698750" cy="315913"/>
          </a:xfrm>
        </p:spPr>
        <p:txBody>
          <a:bodyPr/>
          <a:lstStyle>
            <a:lvl1pPr>
              <a:defRPr sz="1200" b="1">
                <a:solidFill>
                  <a:schemeClr val="bg1"/>
                </a:solidFill>
                <a:latin typeface="K2D" panose="00000500000000000000" charset="0"/>
                <a:cs typeface="K2D" panose="00000500000000000000" charset="0"/>
              </a:defRPr>
            </a:lvl1pPr>
          </a:lstStyle>
          <a:p>
            <a:pPr fontAlgn="auto"/>
            <a:r>
              <a:rPr lang="en-US" strike="noStrike" noProof="1" smtClean="0">
                <a:ea typeface="+mn-ea"/>
              </a:rPr>
              <a:t>1/14/2026</a:t>
            </a:r>
            <a:endParaRPr 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074" name="Picture 29" descr="CTU_logo_singlecolor"/>
          <p:cNvPicPr>
            <a:picLocks noChangeAspect="1"/>
          </p:cNvPicPr>
          <p:nvPr userDrawn="1"/>
        </p:nvPicPr>
        <p:blipFill>
          <a:blip r:embed="rId2"/>
          <a:stretch>
            <a:fillRect/>
          </a:stretch>
        </p:blipFill>
        <p:spPr>
          <a:xfrm>
            <a:off x="4313238" y="1677988"/>
            <a:ext cx="3559175" cy="3560762"/>
          </a:xfrm>
          <a:prstGeom prst="rect">
            <a:avLst/>
          </a:prstGeom>
          <a:noFill/>
          <a:ln w="9525">
            <a:noFill/>
          </a:ln>
        </p:spPr>
      </p:pic>
      <p:pic>
        <p:nvPicPr>
          <p:cNvPr id="3075" name="Picture 16" descr="image3"/>
          <p:cNvPicPr>
            <a:picLocks noChangeAspect="1"/>
          </p:cNvPicPr>
          <p:nvPr userDrawn="1"/>
        </p:nvPicPr>
        <p:blipFill>
          <a:blip r:embed="rId3"/>
          <a:srcRect l="4596" t="6123" r="67871" b="61655"/>
          <a:stretch>
            <a:fillRect/>
          </a:stretch>
        </p:blipFill>
        <p:spPr>
          <a:xfrm>
            <a:off x="180975" y="6386513"/>
            <a:ext cx="685800" cy="381000"/>
          </a:xfrm>
          <a:prstGeom prst="rect">
            <a:avLst/>
          </a:prstGeom>
          <a:noFill/>
          <a:ln w="9525">
            <a:noFill/>
          </a:ln>
        </p:spPr>
      </p:pic>
      <p:sp>
        <p:nvSpPr>
          <p:cNvPr id="3076" name="Text Box 18"/>
          <p:cNvSpPr txBox="1"/>
          <p:nvPr userDrawn="1"/>
        </p:nvSpPr>
        <p:spPr>
          <a:xfrm>
            <a:off x="-287337" y="6337300"/>
            <a:ext cx="4064000" cy="430213"/>
          </a:xfrm>
          <a:prstGeom prst="rect">
            <a:avLst/>
          </a:prstGeom>
          <a:noFill/>
          <a:ln w="9525">
            <a:noFill/>
          </a:ln>
        </p:spPr>
        <p:txBody>
          <a:bodyPr wrap="square" anchor="t" anchorCtr="0">
            <a:spAutoFit/>
          </a:bodyPr>
          <a:p>
            <a:pPr lvl="0" algn="ctr"/>
            <a:r>
              <a:rPr altLang="en-US" sz="1400" b="1">
                <a:solidFill>
                  <a:srgbClr val="1F5CA9"/>
                </a:solidFill>
                <a:latin typeface="K2D" panose="00000500000000000000" charset="0"/>
              </a:rPr>
              <a:t>Đ</a:t>
            </a:r>
            <a:r>
              <a:rPr lang="en-US" altLang="en-US" sz="1400" b="1">
                <a:solidFill>
                  <a:srgbClr val="1F5CA9"/>
                </a:solidFill>
                <a:latin typeface="K2D" panose="00000500000000000000" charset="0"/>
              </a:rPr>
              <a:t>ẠI HỌC CẦN TH</a:t>
            </a:r>
            <a:r>
              <a:rPr altLang="en-US" sz="1400" b="1">
                <a:solidFill>
                  <a:srgbClr val="1F5CA9"/>
                </a:solidFill>
                <a:latin typeface="K2D" panose="00000500000000000000" charset="0"/>
              </a:rPr>
              <a:t>Ơ</a:t>
            </a:r>
            <a:endParaRPr altLang="en-US" sz="1400" b="1">
              <a:solidFill>
                <a:srgbClr val="1F5CA9"/>
              </a:solidFill>
              <a:latin typeface="K2D" panose="00000500000000000000" charset="0"/>
            </a:endParaRPr>
          </a:p>
          <a:p>
            <a:pPr lvl="0" algn="ctr"/>
            <a:r>
              <a:rPr lang="en-US" altLang="en-US" sz="800" b="1">
                <a:solidFill>
                  <a:srgbClr val="00AFEF"/>
                </a:solidFill>
                <a:latin typeface="Readex Pro" charset="0"/>
              </a:rPr>
              <a:t>Cộng </a:t>
            </a:r>
            <a:r>
              <a:rPr altLang="en-US" sz="800" b="1">
                <a:solidFill>
                  <a:srgbClr val="00AFEF"/>
                </a:solidFill>
                <a:latin typeface="Readex Pro" charset="0"/>
              </a:rPr>
              <a:t>đ</a:t>
            </a:r>
            <a:r>
              <a:rPr lang="en-US" altLang="en-US" sz="800" b="1">
                <a:solidFill>
                  <a:srgbClr val="00AFEF"/>
                </a:solidFill>
                <a:latin typeface="Readex Pro" charset="0"/>
              </a:rPr>
              <a:t>ồng – Toàn diện – </a:t>
            </a:r>
            <a:r>
              <a:rPr altLang="en-US" sz="800" b="1">
                <a:solidFill>
                  <a:srgbClr val="00AFEF"/>
                </a:solidFill>
                <a:latin typeface="Readex Pro" charset="0"/>
              </a:rPr>
              <a:t>Ư</a:t>
            </a:r>
            <a:r>
              <a:rPr lang="en-US" altLang="en-US" sz="800" b="1">
                <a:solidFill>
                  <a:srgbClr val="00AFEF"/>
                </a:solidFill>
                <a:latin typeface="Readex Pro" charset="0"/>
              </a:rPr>
              <a:t>u việt</a:t>
            </a:r>
            <a:endParaRPr lang="en-US" altLang="en-US" sz="800" b="1">
              <a:solidFill>
                <a:srgbClr val="00AFEF"/>
              </a:solidFill>
              <a:latin typeface="Readex Pro" charset="0"/>
            </a:endParaRPr>
          </a:p>
        </p:txBody>
      </p:sp>
      <p:sp>
        <p:nvSpPr>
          <p:cNvPr id="3077" name="Text Box 19"/>
          <p:cNvSpPr txBox="1"/>
          <p:nvPr userDrawn="1"/>
        </p:nvSpPr>
        <p:spPr>
          <a:xfrm>
            <a:off x="9115425" y="6456363"/>
            <a:ext cx="4064000" cy="306387"/>
          </a:xfrm>
          <a:prstGeom prst="rect">
            <a:avLst/>
          </a:prstGeom>
          <a:noFill/>
          <a:ln w="9525">
            <a:noFill/>
          </a:ln>
        </p:spPr>
        <p:txBody>
          <a:bodyPr wrap="square" anchor="t" anchorCtr="0">
            <a:spAutoFit/>
          </a:bodyPr>
          <a:p>
            <a:pPr lvl="0" algn="ctr"/>
            <a:r>
              <a:rPr lang="en-US" altLang="en-US" sz="1400" b="1">
                <a:solidFill>
                  <a:srgbClr val="00AFEF"/>
                </a:solidFill>
                <a:latin typeface="K2D" panose="00000500000000000000" charset="0"/>
              </a:rPr>
              <a:t>www.ctu.edu.vn</a:t>
            </a:r>
            <a:endParaRPr lang="en-US" altLang="en-US" sz="1400" b="1">
              <a:solidFill>
                <a:srgbClr val="00AFEF"/>
              </a:solidFill>
              <a:latin typeface="K2D" panose="00000500000000000000" charset="0"/>
            </a:endParaRPr>
          </a:p>
        </p:txBody>
      </p:sp>
      <p:pic>
        <p:nvPicPr>
          <p:cNvPr id="3078" name="Picture 20" descr="image5"/>
          <p:cNvPicPr>
            <a:picLocks noChangeAspect="1"/>
          </p:cNvPicPr>
          <p:nvPr userDrawn="1"/>
        </p:nvPicPr>
        <p:blipFill>
          <a:blip r:embed="rId4"/>
          <a:stretch>
            <a:fillRect/>
          </a:stretch>
        </p:blipFill>
        <p:spPr>
          <a:xfrm>
            <a:off x="384175" y="849313"/>
            <a:ext cx="223838" cy="223837"/>
          </a:xfrm>
          <a:prstGeom prst="rect">
            <a:avLst/>
          </a:prstGeom>
          <a:noFill/>
          <a:ln w="9525">
            <a:noFill/>
          </a:ln>
        </p:spPr>
      </p:pic>
      <p:pic>
        <p:nvPicPr>
          <p:cNvPr id="3079" name="Picture 23" descr="image4"/>
          <p:cNvPicPr>
            <a:picLocks noChangeAspect="1"/>
          </p:cNvPicPr>
          <p:nvPr userDrawn="1"/>
        </p:nvPicPr>
        <p:blipFill>
          <a:blip r:embed="rId5"/>
          <a:stretch>
            <a:fillRect/>
          </a:stretch>
        </p:blipFill>
        <p:spPr>
          <a:xfrm flipV="1">
            <a:off x="2552700" y="6426200"/>
            <a:ext cx="9558338" cy="120650"/>
          </a:xfrm>
          <a:prstGeom prst="rect">
            <a:avLst/>
          </a:prstGeom>
          <a:noFill/>
          <a:ln w="9525">
            <a:noFill/>
          </a:ln>
        </p:spPr>
      </p:pic>
      <p:pic>
        <p:nvPicPr>
          <p:cNvPr id="3080" name="Picture 28" descr="image3"/>
          <p:cNvPicPr>
            <a:picLocks noChangeAspect="1"/>
          </p:cNvPicPr>
          <p:nvPr userDrawn="1"/>
        </p:nvPicPr>
        <p:blipFill>
          <a:blip r:embed="rId3"/>
          <a:srcRect l="64178" t="65239" r="8975" b="7774"/>
          <a:stretch>
            <a:fillRect/>
          </a:stretch>
        </p:blipFill>
        <p:spPr>
          <a:xfrm>
            <a:off x="11814175" y="6546850"/>
            <a:ext cx="296863" cy="188913"/>
          </a:xfrm>
          <a:prstGeom prst="rect">
            <a:avLst/>
          </a:prstGeom>
          <a:noFill/>
          <a:ln w="9525">
            <a:noFill/>
          </a:ln>
        </p:spPr>
      </p:pic>
      <p:sp>
        <p:nvSpPr>
          <p:cNvPr id="2" name="Title 1"/>
          <p:cNvSpPr>
            <a:spLocks noGrp="1"/>
          </p:cNvSpPr>
          <p:nvPr>
            <p:ph type="title" hasCustomPrompt="1"/>
          </p:nvPr>
        </p:nvSpPr>
        <p:spPr>
          <a:xfrm>
            <a:off x="608400" y="608400"/>
            <a:ext cx="10969200" cy="705600"/>
          </a:xfrm>
        </p:spPr>
        <p:txBody>
          <a:bodyPr vert="horz" lIns="90000" tIns="46800" rIns="90000" bIns="46800" rtlCol="0" anchor="ctr" anchorCtr="0">
            <a:normAutofit/>
          </a:bodyPr>
          <a:lstStyle>
            <a:lvl1pPr>
              <a:defRPr>
                <a:solidFill>
                  <a:srgbClr val="1F5CA9"/>
                </a:solidFill>
              </a:defRPr>
            </a:lvl1pPr>
          </a:lstStyle>
          <a:p>
            <a:pPr lvl="0" fontAlgn="auto"/>
            <a:r>
              <a:rPr lang="en-US" strike="noStrike" noProof="1"/>
              <a:t>Tiêu đề</a:t>
            </a:r>
            <a:endParaRPr lang="en-US" strike="noStrike" noProof="1"/>
          </a:p>
        </p:txBody>
      </p:sp>
      <p:sp>
        <p:nvSpPr>
          <p:cNvPr id="3" name="Content Placeholder 2"/>
          <p:cNvSpPr>
            <a:spLocks noGrp="1"/>
          </p:cNvSpPr>
          <p:nvPr>
            <p:ph idx="1"/>
          </p:nvPr>
        </p:nvSpPr>
        <p:spPr>
          <a:xfrm>
            <a:off x="608400" y="1490400"/>
            <a:ext cx="10969200" cy="4759200"/>
          </a:xfrm>
        </p:spPr>
        <p:txBody>
          <a:bodyPr vert="horz" lIns="90000" tIns="46800" rIns="90000" bIns="46800" rtlCol="0">
            <a:normAutofit/>
          </a:bodyPr>
          <a:lstStyle/>
          <a:p>
            <a:pPr lvl="0" fontAlgn="auto"/>
            <a:r>
              <a:rPr lang="en-US" strike="noStrike" noProof="1" smtClean="0"/>
              <a:t>Click to edit Master text styles</a:t>
            </a:r>
            <a:endParaRPr lang="en-US" strike="noStrike" noProof="1" smtClean="0"/>
          </a:p>
          <a:p>
            <a:pPr lvl="1" fontAlgn="auto"/>
            <a:r>
              <a:rPr lang="en-US" strike="noStrike" noProof="1" smtClean="0"/>
              <a:t>Second level</a:t>
            </a:r>
            <a:endParaRPr lang="en-US" strike="noStrike" noProof="1" smtClean="0"/>
          </a:p>
          <a:p>
            <a:pPr lvl="2" fontAlgn="auto"/>
            <a:r>
              <a:rPr lang="en-US" strike="noStrike" noProof="1" smtClean="0"/>
              <a:t>Third level</a:t>
            </a:r>
            <a:endParaRPr lang="en-US" strike="noStrike" noProof="1" smtClean="0"/>
          </a:p>
          <a:p>
            <a:pPr lvl="3" fontAlgn="auto"/>
            <a:r>
              <a:rPr lang="en-US" strike="noStrike" noProof="1" smtClean="0"/>
              <a:t>Fourth level</a:t>
            </a:r>
            <a:endParaRPr lang="en-US" strike="noStrike" noProof="1" smtClean="0"/>
          </a:p>
          <a:p>
            <a:pPr lvl="4" fontAlgn="auto"/>
            <a:r>
              <a:rPr lang="en-US" strike="noStrike" noProof="1" smtClean="0"/>
              <a:t>Fifth level</a:t>
            </a:r>
            <a:endParaRPr lang="en-US" strike="noStrike" noProof="1"/>
          </a:p>
        </p:txBody>
      </p:sp>
      <p:sp>
        <p:nvSpPr>
          <p:cNvPr id="4" name="Date Placeholder 3"/>
          <p:cNvSpPr>
            <a:spLocks noGrp="1"/>
          </p:cNvSpPr>
          <p:nvPr>
            <p:ph type="dt" sz="half" idx="10"/>
            <p:custDataLst>
              <p:tags r:id="rId6"/>
            </p:custDataLst>
          </p:nvPr>
        </p:nvSpPr>
        <p:spPr>
          <a:xfrm>
            <a:off x="866775" y="6502400"/>
            <a:ext cx="2700338" cy="317500"/>
          </a:xfrm>
          <a:prstGeom prst="rect">
            <a:avLst/>
          </a:prstGeom>
        </p:spPr>
        <p:txBody>
          <a:bodyPr vert="horz" lIns="91440" tIns="45720" rIns="91440" bIns="45720" rtlCol="0" anchor="ctr">
            <a:normAutofit/>
          </a:bodyPr>
          <a:lstStyle>
            <a:lvl1pPr algn="r">
              <a:defRPr sz="1200" b="1">
                <a:solidFill>
                  <a:srgbClr val="898989"/>
                </a:solidFill>
                <a:latin typeface="K2D" panose="00000500000000000000" charset="0"/>
                <a:cs typeface="K2D" panose="00000500000000000000" charset="0"/>
              </a:defRPr>
            </a:lvl1pPr>
          </a:lstStyle>
          <a:p>
            <a:pPr fontAlgn="auto"/>
            <a:r>
              <a:rPr lang="en-US" strike="noStrike" noProof="1" smtClean="0">
                <a:latin typeface="K2D" panose="00000500000000000000" charset="0"/>
                <a:ea typeface="+mn-ea"/>
                <a:cs typeface="K2D" panose="00000500000000000000" charset="0"/>
              </a:rPr>
              <a:t>1/14/2026</a:t>
            </a:r>
            <a:endParaRPr lang="en-US" strike="noStrike" noProof="1"/>
          </a:p>
        </p:txBody>
      </p:sp>
      <p:sp>
        <p:nvSpPr>
          <p:cNvPr id="5" name="Footer Placeholder 4"/>
          <p:cNvSpPr>
            <a:spLocks noGrp="1"/>
          </p:cNvSpPr>
          <p:nvPr>
            <p:ph type="ftr" sz="quarter" idx="11"/>
            <p:custDataLst>
              <p:tags r:id="rId7"/>
            </p:custDataLst>
          </p:nvPr>
        </p:nvSpPr>
        <p:spPr>
          <a:xfrm>
            <a:off x="2384425" y="6502400"/>
            <a:ext cx="3959225" cy="317500"/>
          </a:xfrm>
          <a:prstGeom prst="rect">
            <a:avLst/>
          </a:prstGeom>
        </p:spPr>
        <p:txBody>
          <a:bodyPr vert="horz" lIns="91440" tIns="45720" rIns="91440" bIns="45720" rtlCol="0" anchor="ctr">
            <a:normAutofit/>
          </a:bodyPr>
          <a:lstStyle>
            <a:lvl1pPr>
              <a:defRPr sz="1200" b="1">
                <a:solidFill>
                  <a:srgbClr val="898989"/>
                </a:solidFill>
                <a:latin typeface="K2D" panose="00000500000000000000" charset="0"/>
                <a:cs typeface="K2D" panose="00000500000000000000" charset="0"/>
              </a:defRPr>
            </a:lvl1pPr>
          </a:lstStyle>
          <a:p>
            <a:pPr fontAlgn="auto"/>
            <a:endParaRPr lang="en-US" strike="noStrike" noProof="1"/>
          </a:p>
        </p:txBody>
      </p:sp>
      <p:sp>
        <p:nvSpPr>
          <p:cNvPr id="6" name="Slide Number Placeholder 5"/>
          <p:cNvSpPr>
            <a:spLocks noGrp="1"/>
          </p:cNvSpPr>
          <p:nvPr>
            <p:ph type="sldNum" sz="quarter" idx="12"/>
            <p:custDataLst>
              <p:tags r:id="rId8"/>
            </p:custDataLst>
          </p:nvPr>
        </p:nvSpPr>
        <p:spPr>
          <a:xfrm>
            <a:off x="9528175" y="6502400"/>
            <a:ext cx="2663825" cy="265113"/>
          </a:xfrm>
          <a:prstGeom prst="rect">
            <a:avLst/>
          </a:prstGeom>
        </p:spPr>
        <p:txBody>
          <a:bodyPr vert="horz" lIns="91440" tIns="45720" rIns="91440" bIns="45720" rtlCol="0" anchor="ctr">
            <a:normAutofit/>
          </a:bodyPr>
          <a:lstStyle>
            <a:lvl1pPr>
              <a:defRPr>
                <a:latin typeface="K2D" panose="00000500000000000000" charset="0"/>
                <a:cs typeface="K2D" panose="00000500000000000000" charset="0"/>
              </a:defRPr>
            </a:lvl1pPr>
          </a:lstStyle>
          <a:p>
            <a:pPr fontAlgn="auto"/>
            <a:fld id="{49AE70B2-8BF9-45C0-BB95-33D1B9D3A854}" type="slidenum">
              <a:rPr lang="en-US" strike="noStrike" noProof="1" smtClean="0">
                <a:latin typeface="K2D" panose="00000500000000000000" charset="0"/>
                <a:ea typeface="+mn-ea"/>
                <a:cs typeface="K2D" panose="00000500000000000000" charset="0"/>
              </a:rPr>
            </a:fld>
            <a:endParaRPr 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098" name="Picture 27" descr="image3"/>
          <p:cNvPicPr>
            <a:picLocks noChangeAspect="1"/>
          </p:cNvPicPr>
          <p:nvPr userDrawn="1"/>
        </p:nvPicPr>
        <p:blipFill>
          <a:blip r:embed="rId2"/>
          <a:srcRect l="57681" t="9271" r="6076" b="54768"/>
          <a:stretch>
            <a:fillRect/>
          </a:stretch>
        </p:blipFill>
        <p:spPr>
          <a:xfrm>
            <a:off x="0" y="0"/>
            <a:ext cx="12192000" cy="6858000"/>
          </a:xfrm>
          <a:prstGeom prst="rect">
            <a:avLst/>
          </a:prstGeom>
          <a:noFill/>
          <a:ln w="9525">
            <a:noFill/>
          </a:ln>
        </p:spPr>
      </p:pic>
      <p:sp>
        <p:nvSpPr>
          <p:cNvPr id="4099" name="Text Box 12"/>
          <p:cNvSpPr txBox="1"/>
          <p:nvPr userDrawn="1"/>
        </p:nvSpPr>
        <p:spPr>
          <a:xfrm>
            <a:off x="608013" y="3429000"/>
            <a:ext cx="4064000" cy="584200"/>
          </a:xfrm>
          <a:prstGeom prst="rect">
            <a:avLst/>
          </a:prstGeom>
          <a:noFill/>
          <a:ln w="9525">
            <a:noFill/>
          </a:ln>
        </p:spPr>
        <p:txBody>
          <a:bodyPr wrap="square" anchor="t" anchorCtr="0">
            <a:spAutoFit/>
          </a:bodyPr>
          <a:p>
            <a:pPr lvl="0"/>
            <a:r>
              <a:rPr lang="en-US" altLang="en-US" sz="3200">
                <a:solidFill>
                  <a:schemeClr val="bg1"/>
                </a:solidFill>
                <a:latin typeface="Readex Pro" charset="0"/>
              </a:rPr>
              <a:t>Tiêu </a:t>
            </a:r>
            <a:r>
              <a:rPr altLang="en-US" sz="3200">
                <a:solidFill>
                  <a:schemeClr val="bg1"/>
                </a:solidFill>
                <a:latin typeface="Readex Pro" charset="0"/>
              </a:rPr>
              <a:t>đ</a:t>
            </a:r>
            <a:r>
              <a:rPr lang="en-US" altLang="en-US" sz="3200">
                <a:solidFill>
                  <a:schemeClr val="bg1"/>
                </a:solidFill>
                <a:latin typeface="Readex Pro" charset="0"/>
              </a:rPr>
              <a:t>ề phụ</a:t>
            </a:r>
            <a:endParaRPr lang="en-US" altLang="en-US" sz="3200">
              <a:solidFill>
                <a:schemeClr val="bg1"/>
              </a:solidFill>
              <a:latin typeface="Readex Pro" charset="0"/>
            </a:endParaRPr>
          </a:p>
        </p:txBody>
      </p:sp>
      <p:pic>
        <p:nvPicPr>
          <p:cNvPr id="4100" name="Picture 14" descr="image5"/>
          <p:cNvPicPr>
            <a:picLocks noChangeAspect="1"/>
          </p:cNvPicPr>
          <p:nvPr userDrawn="1"/>
        </p:nvPicPr>
        <p:blipFill>
          <a:blip r:embed="rId3"/>
          <a:stretch>
            <a:fillRect/>
          </a:stretch>
        </p:blipFill>
        <p:spPr>
          <a:xfrm>
            <a:off x="290513" y="2917825"/>
            <a:ext cx="317500" cy="317500"/>
          </a:xfrm>
          <a:prstGeom prst="rect">
            <a:avLst/>
          </a:prstGeom>
          <a:noFill/>
          <a:ln w="9525">
            <a:noFill/>
          </a:ln>
        </p:spPr>
      </p:pic>
      <p:pic>
        <p:nvPicPr>
          <p:cNvPr id="4101" name="Picture 20" descr="image3"/>
          <p:cNvPicPr>
            <a:picLocks noChangeAspect="1"/>
          </p:cNvPicPr>
          <p:nvPr userDrawn="1"/>
        </p:nvPicPr>
        <p:blipFill>
          <a:blip r:embed="rId2"/>
          <a:srcRect l="11685" t="5702" r="57323" b="56934"/>
          <a:stretch>
            <a:fillRect/>
          </a:stretch>
        </p:blipFill>
        <p:spPr>
          <a:xfrm>
            <a:off x="109538" y="6446838"/>
            <a:ext cx="603250" cy="317500"/>
          </a:xfrm>
          <a:prstGeom prst="rect">
            <a:avLst/>
          </a:prstGeom>
          <a:noFill/>
          <a:ln w="9525">
            <a:noFill/>
          </a:ln>
        </p:spPr>
      </p:pic>
      <p:sp>
        <p:nvSpPr>
          <p:cNvPr id="4102" name="Text Box 21"/>
          <p:cNvSpPr txBox="1"/>
          <p:nvPr userDrawn="1"/>
        </p:nvSpPr>
        <p:spPr>
          <a:xfrm>
            <a:off x="44450" y="6396038"/>
            <a:ext cx="4064000" cy="368300"/>
          </a:xfrm>
          <a:prstGeom prst="rect">
            <a:avLst/>
          </a:prstGeom>
          <a:noFill/>
          <a:ln w="9525">
            <a:noFill/>
          </a:ln>
        </p:spPr>
        <p:txBody>
          <a:bodyPr wrap="square" anchor="t" anchorCtr="0">
            <a:spAutoFit/>
          </a:bodyPr>
          <a:p>
            <a:pPr lvl="0"/>
            <a:r>
              <a:rPr lang="en-US" altLang="zh-CN" b="1">
                <a:solidFill>
                  <a:schemeClr val="bg1"/>
                </a:solidFill>
                <a:latin typeface="K2D" panose="00000500000000000000" charset="0"/>
              </a:rPr>
              <a:t> CTU</a:t>
            </a:r>
            <a:endParaRPr lang="en-US" altLang="zh-CN" b="1">
              <a:solidFill>
                <a:schemeClr val="bg1"/>
              </a:solidFill>
              <a:latin typeface="K2D" panose="00000500000000000000" charset="0"/>
            </a:endParaRPr>
          </a:p>
        </p:txBody>
      </p:sp>
      <p:sp>
        <p:nvSpPr>
          <p:cNvPr id="4103" name="Text Box 22"/>
          <p:cNvSpPr txBox="1"/>
          <p:nvPr userDrawn="1"/>
        </p:nvSpPr>
        <p:spPr>
          <a:xfrm>
            <a:off x="-895350" y="6372225"/>
            <a:ext cx="4860925" cy="485775"/>
          </a:xfrm>
          <a:prstGeom prst="rect">
            <a:avLst/>
          </a:prstGeom>
          <a:noFill/>
          <a:ln w="9525">
            <a:noFill/>
          </a:ln>
        </p:spPr>
        <p:txBody>
          <a:bodyPr wrap="square" anchor="t" anchorCtr="0"/>
          <a:p>
            <a:pPr lvl="0" algn="ctr"/>
            <a:r>
              <a:rPr altLang="en-US" sz="1400" b="1">
                <a:solidFill>
                  <a:schemeClr val="bg1"/>
                </a:solidFill>
                <a:latin typeface="K2D" panose="00000500000000000000" charset="0"/>
              </a:rPr>
              <a:t>Đ</a:t>
            </a:r>
            <a:r>
              <a:rPr lang="en-US" altLang="en-US" sz="1400" b="1">
                <a:solidFill>
                  <a:schemeClr val="bg1"/>
                </a:solidFill>
                <a:latin typeface="K2D" panose="00000500000000000000" charset="0"/>
              </a:rPr>
              <a:t>ẠI HỌC CẦN TH</a:t>
            </a:r>
            <a:r>
              <a:rPr altLang="en-US" sz="1400" b="1">
                <a:solidFill>
                  <a:schemeClr val="bg1"/>
                </a:solidFill>
                <a:latin typeface="K2D" panose="00000500000000000000" charset="0"/>
              </a:rPr>
              <a:t>Ơ</a:t>
            </a:r>
            <a:endParaRPr altLang="en-US" sz="1400" b="1">
              <a:solidFill>
                <a:schemeClr val="bg1"/>
              </a:solidFill>
              <a:latin typeface="K2D" panose="00000500000000000000" charset="0"/>
            </a:endParaRPr>
          </a:p>
          <a:p>
            <a:pPr lvl="0" algn="ctr"/>
            <a:r>
              <a:rPr lang="en-US" altLang="en-US" sz="800">
                <a:solidFill>
                  <a:schemeClr val="bg1"/>
                </a:solidFill>
                <a:latin typeface="Readex Pro" charset="0"/>
              </a:rPr>
              <a:t>Cộng </a:t>
            </a:r>
            <a:r>
              <a:rPr altLang="en-US" sz="800">
                <a:solidFill>
                  <a:schemeClr val="bg1"/>
                </a:solidFill>
                <a:latin typeface="Readex Pro" charset="0"/>
              </a:rPr>
              <a:t>đ</a:t>
            </a:r>
            <a:r>
              <a:rPr lang="en-US" altLang="en-US" sz="800">
                <a:solidFill>
                  <a:schemeClr val="bg1"/>
                </a:solidFill>
                <a:latin typeface="Readex Pro" charset="0"/>
              </a:rPr>
              <a:t>ồng – Toàn diện – </a:t>
            </a:r>
            <a:r>
              <a:rPr altLang="en-US" sz="800">
                <a:solidFill>
                  <a:schemeClr val="bg1"/>
                </a:solidFill>
                <a:latin typeface="Readex Pro" charset="0"/>
              </a:rPr>
              <a:t>Ư</a:t>
            </a:r>
            <a:r>
              <a:rPr lang="en-US" altLang="en-US" sz="800">
                <a:solidFill>
                  <a:schemeClr val="bg1"/>
                </a:solidFill>
                <a:latin typeface="Readex Pro" charset="0"/>
              </a:rPr>
              <a:t>u việ</a:t>
            </a:r>
            <a:r>
              <a:rPr lang="en-US" altLang="en-US" sz="800">
                <a:solidFill>
                  <a:schemeClr val="bg1"/>
                </a:solidFill>
                <a:latin typeface="K2D" panose="00000500000000000000" charset="0"/>
              </a:rPr>
              <a:t>t</a:t>
            </a:r>
            <a:endParaRPr lang="en-US" altLang="en-US" sz="800">
              <a:solidFill>
                <a:schemeClr val="bg1"/>
              </a:solidFill>
              <a:latin typeface="K2D" panose="00000500000000000000" charset="0"/>
            </a:endParaRPr>
          </a:p>
        </p:txBody>
      </p:sp>
      <p:sp>
        <p:nvSpPr>
          <p:cNvPr id="4104" name="Text Box 23"/>
          <p:cNvSpPr txBox="1"/>
          <p:nvPr userDrawn="1"/>
        </p:nvSpPr>
        <p:spPr>
          <a:xfrm>
            <a:off x="10067925" y="6408738"/>
            <a:ext cx="4064000" cy="306387"/>
          </a:xfrm>
          <a:prstGeom prst="rect">
            <a:avLst/>
          </a:prstGeom>
          <a:noFill/>
          <a:ln w="9525">
            <a:noFill/>
          </a:ln>
        </p:spPr>
        <p:txBody>
          <a:bodyPr wrap="square" anchor="t" anchorCtr="0">
            <a:spAutoFit/>
          </a:bodyPr>
          <a:p>
            <a:pPr lvl="0"/>
            <a:r>
              <a:rPr lang="en-US" altLang="en-US" sz="1400" b="1">
                <a:solidFill>
                  <a:schemeClr val="bg1"/>
                </a:solidFill>
                <a:latin typeface="K2D" panose="00000500000000000000" charset="0"/>
              </a:rPr>
              <a:t>www.ctu.edu.vn</a:t>
            </a:r>
            <a:endParaRPr lang="en-US" altLang="en-US" sz="1400" b="1">
              <a:solidFill>
                <a:schemeClr val="bg1"/>
              </a:solidFill>
              <a:latin typeface="K2D" panose="00000500000000000000" charset="0"/>
            </a:endParaRPr>
          </a:p>
        </p:txBody>
      </p:sp>
      <p:pic>
        <p:nvPicPr>
          <p:cNvPr id="4105" name="Picture 28" descr="image6"/>
          <p:cNvPicPr>
            <a:picLocks noChangeAspect="1"/>
          </p:cNvPicPr>
          <p:nvPr userDrawn="1"/>
        </p:nvPicPr>
        <p:blipFill>
          <a:blip r:embed="rId4"/>
          <a:stretch>
            <a:fillRect/>
          </a:stretch>
        </p:blipFill>
        <p:spPr>
          <a:xfrm>
            <a:off x="2395538" y="6408738"/>
            <a:ext cx="9634537" cy="122237"/>
          </a:xfrm>
          <a:prstGeom prst="rect">
            <a:avLst/>
          </a:prstGeom>
          <a:noFill/>
          <a:ln w="9525">
            <a:noFill/>
          </a:ln>
        </p:spPr>
      </p:pic>
      <p:pic>
        <p:nvPicPr>
          <p:cNvPr id="4106" name="Picture 32" descr="image3"/>
          <p:cNvPicPr>
            <a:picLocks noChangeAspect="1"/>
          </p:cNvPicPr>
          <p:nvPr userDrawn="1"/>
        </p:nvPicPr>
        <p:blipFill>
          <a:blip r:embed="rId2"/>
          <a:srcRect l="7448" t="11514" r="56497" b="60440"/>
          <a:stretch>
            <a:fillRect/>
          </a:stretch>
        </p:blipFill>
        <p:spPr>
          <a:xfrm>
            <a:off x="11574463" y="6467475"/>
            <a:ext cx="455612" cy="242888"/>
          </a:xfrm>
          <a:prstGeom prst="rect">
            <a:avLst/>
          </a:prstGeom>
          <a:noFill/>
          <a:ln w="9525">
            <a:noFill/>
          </a:ln>
        </p:spPr>
      </p:pic>
      <p:sp>
        <p:nvSpPr>
          <p:cNvPr id="2" name="Title 1"/>
          <p:cNvSpPr>
            <a:spLocks noGrp="1"/>
          </p:cNvSpPr>
          <p:nvPr>
            <p:ph type="title" hasCustomPrompt="1"/>
          </p:nvPr>
        </p:nvSpPr>
        <p:spPr>
          <a:xfrm>
            <a:off x="608400" y="2723585"/>
            <a:ext cx="10969200" cy="705600"/>
          </a:xfrm>
        </p:spPr>
        <p:txBody>
          <a:bodyPr>
            <a:noAutofit/>
          </a:bodyPr>
          <a:lstStyle>
            <a:lvl1pPr>
              <a:defRPr sz="4000">
                <a:solidFill>
                  <a:schemeClr val="bg1"/>
                </a:solidFill>
              </a:defRPr>
            </a:lvl1pPr>
          </a:lstStyle>
          <a:p>
            <a:pPr fontAlgn="auto"/>
            <a:r>
              <a:rPr lang="en-US" altLang="en-US" strike="noStrike" noProof="1"/>
              <a:t>Tiêu </a:t>
            </a:r>
            <a:r>
              <a:rPr lang="en-US" altLang="en-US" strike="noStrike" noProof="1"/>
              <a:t>đ</a:t>
            </a:r>
            <a:r>
              <a:rPr lang="en-US" altLang="en-US" strike="noStrike" noProof="1"/>
              <a:t>ề chính</a:t>
            </a:r>
            <a:endParaRPr lang="en-US" altLang="en-US" strike="noStrike" noProof="1"/>
          </a:p>
        </p:txBody>
      </p:sp>
      <p:sp>
        <p:nvSpPr>
          <p:cNvPr id="3" name="Date Placeholder 2"/>
          <p:cNvSpPr>
            <a:spLocks noGrp="1"/>
          </p:cNvSpPr>
          <p:nvPr>
            <p:ph type="dt" sz="half" idx="10"/>
          </p:nvPr>
        </p:nvSpPr>
        <p:spPr>
          <a:xfrm>
            <a:off x="2395538" y="6540500"/>
            <a:ext cx="2698750" cy="317500"/>
          </a:xfrm>
          <a:prstGeom prst="rect">
            <a:avLst/>
          </a:prstGeom>
        </p:spPr>
        <p:txBody>
          <a:bodyPr vert="horz" lIns="91440" tIns="45720" rIns="91440" bIns="45720" rtlCol="0" anchor="ctr">
            <a:normAutofit/>
          </a:bodyPr>
          <a:lstStyle>
            <a:lvl1pPr>
              <a:defRPr sz="1000">
                <a:solidFill>
                  <a:schemeClr val="bg1"/>
                </a:solidFill>
                <a:latin typeface="K2D" panose="00000500000000000000" charset="0"/>
                <a:cs typeface="K2D" panose="00000500000000000000" charset="0"/>
              </a:defRPr>
            </a:lvl1pPr>
          </a:lstStyle>
          <a:p>
            <a:pPr fontAlgn="auto"/>
            <a:r>
              <a:rPr lang="en-US" strike="noStrike" noProof="1" smtClean="0">
                <a:latin typeface="K2D" panose="00000500000000000000" charset="0"/>
                <a:ea typeface="+mn-ea"/>
                <a:cs typeface="K2D" panose="00000500000000000000" charset="0"/>
              </a:rPr>
              <a:t>1/14/2026</a:t>
            </a:r>
            <a:endParaRPr lang="en-US" strike="noStrike" noProof="1"/>
          </a:p>
        </p:txBody>
      </p:sp>
      <p:sp>
        <p:nvSpPr>
          <p:cNvPr id="4" name="Footer Placeholder 3"/>
          <p:cNvSpPr>
            <a:spLocks noGrp="1"/>
          </p:cNvSpPr>
          <p:nvPr>
            <p:ph type="ftr" sz="quarter" idx="11"/>
          </p:nvPr>
        </p:nvSpPr>
        <p:spPr>
          <a:xfrm>
            <a:off x="2395538" y="6530975"/>
            <a:ext cx="3959225" cy="317500"/>
          </a:xfrm>
          <a:prstGeom prst="rect">
            <a:avLst/>
          </a:prstGeom>
        </p:spPr>
        <p:txBody>
          <a:bodyPr vert="horz" lIns="91440" tIns="45720" rIns="91440" bIns="45720" rtlCol="0" anchor="ctr">
            <a:normAutofit/>
          </a:bodyPr>
          <a:lstStyle>
            <a:lvl1pPr>
              <a:defRPr>
                <a:solidFill>
                  <a:schemeClr val="bg1"/>
                </a:solidFill>
                <a:latin typeface="K2D" panose="00000500000000000000" charset="0"/>
                <a:cs typeface="K2D" panose="00000500000000000000" charset="0"/>
              </a:defRPr>
            </a:lvl1pPr>
          </a:lstStyle>
          <a:p>
            <a:pPr fontAlgn="auto"/>
            <a:endParaRPr lang="en-US" strike="noStrike" noProof="1" dirty="0"/>
          </a:p>
        </p:txBody>
      </p:sp>
      <p:sp>
        <p:nvSpPr>
          <p:cNvPr id="5" name="Slide Number Placeholder 4"/>
          <p:cNvSpPr>
            <a:spLocks noGrp="1"/>
          </p:cNvSpPr>
          <p:nvPr>
            <p:ph type="sldNum" sz="quarter" idx="12"/>
          </p:nvPr>
        </p:nvSpPr>
        <p:spPr>
          <a:xfrm>
            <a:off x="9367838" y="6408738"/>
            <a:ext cx="2698750" cy="317500"/>
          </a:xfrm>
          <a:prstGeom prst="rect">
            <a:avLst/>
          </a:prstGeom>
        </p:spPr>
        <p:txBody>
          <a:bodyPr vert="horz" lIns="91440" tIns="45720" rIns="91440" bIns="45720" rtlCol="0" anchor="ctr">
            <a:normAutofit/>
          </a:bodyPr>
          <a:lstStyle>
            <a:lvl1pPr>
              <a:defRPr sz="1200" b="1">
                <a:solidFill>
                  <a:schemeClr val="bg1"/>
                </a:solidFill>
                <a:latin typeface="K2D" panose="00000500000000000000" charset="0"/>
                <a:cs typeface="K2D" panose="00000500000000000000" charset="0"/>
              </a:defRPr>
            </a:lvl1pPr>
          </a:lstStyle>
          <a:p>
            <a:pPr fontAlgn="auto"/>
            <a:fld id="{49AE70B2-8BF9-45C0-BB95-33D1B9D3A854}" type="slidenum">
              <a:rPr lang="en-US" strike="noStrike" noProof="1" smtClean="0">
                <a:latin typeface="K2D" panose="00000500000000000000" charset="0"/>
                <a:ea typeface="+mn-ea"/>
                <a:cs typeface="K2D" panose="00000500000000000000" charset="0"/>
              </a:rPr>
            </a:fld>
            <a:endParaRPr 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auto"/>
            <a:fld id="{760FBDFE-C587-4B4C-A407-44438C67B59E}" type="datetimeFigureOut">
              <a:rPr lang="en-US" strike="noStrike" noProof="1" smtClean="0">
                <a:latin typeface="+mn-lt"/>
                <a:ea typeface="+mn-ea"/>
                <a:cs typeface="+mn-cs"/>
              </a:rPr>
            </a:fld>
            <a:endParaRPr lang="en-US" strike="noStrike" noProof="1"/>
          </a:p>
        </p:txBody>
      </p:sp>
      <p:sp>
        <p:nvSpPr>
          <p:cNvPr id="3" name="Footer Placeholder 2"/>
          <p:cNvSpPr>
            <a:spLocks noGrp="1"/>
          </p:cNvSpPr>
          <p:nvPr>
            <p:ph type="ftr" sz="quarter" idx="11"/>
          </p:nvPr>
        </p:nvSpPr>
        <p:spPr/>
        <p:txBody>
          <a:bodyPr/>
          <a:lstStyle/>
          <a:p>
            <a:pPr fontAlgn="auto"/>
            <a:endParaRPr lang="en-US" strike="noStrike" noProof="1" dirty="0"/>
          </a:p>
        </p:txBody>
      </p:sp>
      <p:sp>
        <p:nvSpPr>
          <p:cNvPr id="4" name="Slide Number Placeholder 3"/>
          <p:cNvSpPr>
            <a:spLocks noGrp="1"/>
          </p:cNvSpPr>
          <p:nvPr>
            <p:ph type="sldNum" sz="quarter" idx="12"/>
          </p:nvPr>
        </p:nvSpPr>
        <p:spPr/>
        <p:txBody>
          <a:bodyPr/>
          <a:lstStyle/>
          <a:p>
            <a:pPr fontAlgn="auto"/>
            <a:fld id="{49AE70B2-8BF9-45C0-BB95-33D1B9D3A854}" type="slidenum">
              <a:rPr lang="en-US" strike="noStrike" noProof="1" smtClean="0">
                <a:latin typeface="+mn-lt"/>
                <a:ea typeface="+mn-ea"/>
                <a:cs typeface="+mn-cs"/>
              </a:rPr>
            </a:fld>
            <a:endParaRPr 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Title Placeholder 1"/>
          <p:cNvSpPr>
            <a:spLocks noGrp="1"/>
          </p:cNvSpPr>
          <p:nvPr>
            <p:ph type="title"/>
            <p:custDataLst>
              <p:tags r:id="rId5"/>
            </p:custDataLst>
          </p:nvPr>
        </p:nvSpPr>
        <p:spPr>
          <a:xfrm>
            <a:off x="608013" y="608013"/>
            <a:ext cx="10969625" cy="706437"/>
          </a:xfrm>
          <a:prstGeom prst="rect">
            <a:avLst/>
          </a:prstGeom>
          <a:noFill/>
          <a:ln w="9525">
            <a:noFill/>
          </a:ln>
        </p:spPr>
        <p:txBody>
          <a:bodyPr vert="horz" lIns="90170" tIns="46990" rIns="90170" bIns="46990" anchor="ctr" anchorCtr="0"/>
          <a:p>
            <a:pPr lvl="0"/>
            <a:r>
              <a:rPr lang="en-US" altLang="zh-CN" dirty="0"/>
              <a:t>Click to edit Master title style</a:t>
            </a:r>
            <a:endParaRPr lang="en-US" altLang="zh-CN" dirty="0"/>
          </a:p>
        </p:txBody>
      </p:sp>
      <p:sp>
        <p:nvSpPr>
          <p:cNvPr id="1027" name="Text Placeholder 2"/>
          <p:cNvSpPr>
            <a:spLocks noGrp="1"/>
          </p:cNvSpPr>
          <p:nvPr>
            <p:ph type="body"/>
            <p:custDataLst>
              <p:tags r:id="rId6"/>
            </p:custDataLst>
          </p:nvPr>
        </p:nvSpPr>
        <p:spPr>
          <a:xfrm>
            <a:off x="608013" y="1490663"/>
            <a:ext cx="10969625" cy="4759325"/>
          </a:xfrm>
          <a:prstGeom prst="rect">
            <a:avLst/>
          </a:prstGeom>
          <a:noFill/>
          <a:ln w="9525">
            <a:noFill/>
          </a:ln>
        </p:spPr>
        <p:txBody>
          <a:bodyPr vert="horz" lIns="90000" tIns="46800" rIns="90000" bIns="46800" anchor="t" anchorCtr="0"/>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4" name="Date Placeholder 3"/>
          <p:cNvSpPr>
            <a:spLocks noGrp="1"/>
          </p:cNvSpPr>
          <p:nvPr>
            <p:ph type="dt" sz="half" idx="2"/>
            <p:custDataLst>
              <p:tags r:id="rId7"/>
            </p:custDataLst>
          </p:nvPr>
        </p:nvSpPr>
        <p:spPr>
          <a:xfrm>
            <a:off x="612775" y="6315075"/>
            <a:ext cx="2698750" cy="315913"/>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pPr fontAlgn="auto"/>
            <a:fld id="{760FBDFE-C587-4B4C-A407-44438C67B59E}" type="datetimeFigureOut">
              <a:rPr lang="en-US" strike="noStrike" noProof="1" smtClean="0">
                <a:latin typeface="+mn-lt"/>
                <a:ea typeface="+mn-ea"/>
                <a:cs typeface="+mn-cs"/>
              </a:rPr>
            </a:fld>
            <a:endParaRPr lang="en-US" strike="noStrike" noProof="1"/>
          </a:p>
        </p:txBody>
      </p:sp>
      <p:sp>
        <p:nvSpPr>
          <p:cNvPr id="5" name="Footer Placeholder 4"/>
          <p:cNvSpPr>
            <a:spLocks noGrp="1"/>
          </p:cNvSpPr>
          <p:nvPr>
            <p:ph type="ftr" sz="quarter" idx="3"/>
            <p:custDataLst>
              <p:tags r:id="rId8"/>
            </p:custDataLst>
          </p:nvPr>
        </p:nvSpPr>
        <p:spPr>
          <a:xfrm>
            <a:off x="4116388" y="6315075"/>
            <a:ext cx="3959225" cy="315913"/>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pPr fontAlgn="auto"/>
            <a:endParaRPr lang="en-US" strike="noStrike" noProof="1" dirty="0"/>
          </a:p>
        </p:txBody>
      </p:sp>
      <p:sp>
        <p:nvSpPr>
          <p:cNvPr id="6" name="Slide Number Placeholder 5"/>
          <p:cNvSpPr>
            <a:spLocks noGrp="1"/>
          </p:cNvSpPr>
          <p:nvPr>
            <p:ph type="sldNum" sz="quarter" idx="4"/>
            <p:custDataLst>
              <p:tags r:id="rId9"/>
            </p:custDataLst>
          </p:nvPr>
        </p:nvSpPr>
        <p:spPr>
          <a:xfrm>
            <a:off x="8877300" y="6315075"/>
            <a:ext cx="2700338" cy="315913"/>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pPr fontAlgn="auto"/>
            <a:fld id="{49AE70B2-8BF9-45C0-BB95-33D1B9D3A854}" type="slidenum">
              <a:rPr lang="en-US" strike="noStrike" noProof="1" smtClean="0">
                <a:latin typeface="+mn-lt"/>
                <a:ea typeface="+mn-ea"/>
                <a:cs typeface="+mn-cs"/>
              </a:rPr>
            </a:fld>
            <a:endParaRPr 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K2D" panose="00000500000000000000" charset="0"/>
          <a:ea typeface="+mj-ea"/>
          <a:cs typeface="K2D" panose="00000500000000000000"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3200" u="none" strike="noStrike" kern="1200" cap="none" spc="150" normalizeH="0" baseline="0">
          <a:solidFill>
            <a:schemeClr val="tx1">
              <a:lumMod val="65000"/>
              <a:lumOff val="35000"/>
            </a:schemeClr>
          </a:solidFill>
          <a:uFillTx/>
          <a:latin typeface="Readex Pro" charset="0"/>
          <a:ea typeface="+mn-ea"/>
          <a:cs typeface="Readex Pro" charset="0"/>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800" u="none" strike="noStrike" kern="1200" cap="none" spc="150" normalizeH="0" baseline="0">
          <a:solidFill>
            <a:schemeClr val="tx1">
              <a:lumMod val="65000"/>
              <a:lumOff val="35000"/>
            </a:schemeClr>
          </a:solidFill>
          <a:uFillTx/>
          <a:latin typeface="Readex Pro" charset="0"/>
          <a:ea typeface="+mn-ea"/>
          <a:cs typeface="Readex Pro" charset="0"/>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2400" u="none" strike="noStrike" kern="1200" cap="none" spc="150" normalizeH="0" baseline="0">
          <a:solidFill>
            <a:schemeClr val="tx1">
              <a:lumMod val="65000"/>
              <a:lumOff val="35000"/>
            </a:schemeClr>
          </a:solidFill>
          <a:uFillTx/>
          <a:latin typeface="Readex Pro" charset="0"/>
          <a:ea typeface="+mn-ea"/>
          <a:cs typeface="Readex Pro"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2200" u="none" strike="noStrike" kern="1200" cap="none" spc="150" normalizeH="0" baseline="0">
          <a:solidFill>
            <a:schemeClr val="tx1">
              <a:lumMod val="65000"/>
              <a:lumOff val="35000"/>
            </a:schemeClr>
          </a:solidFill>
          <a:uFillTx/>
          <a:latin typeface="Readex Pro" charset="0"/>
          <a:ea typeface="+mn-ea"/>
          <a:cs typeface="Readex Pro" charset="0"/>
        </a:defRPr>
      </a:lvl4pPr>
      <a:lvl5pPr marL="2057400" indent="-228600" algn="l" defTabSz="914400" rtl="0" eaLnBrk="1" fontAlgn="auto" latinLnBrk="0" hangingPunct="1">
        <a:lnSpc>
          <a:spcPct val="120000"/>
        </a:lnSpc>
        <a:spcBef>
          <a:spcPts val="0"/>
        </a:spcBef>
        <a:spcAft>
          <a:spcPts val="300"/>
        </a:spcAft>
        <a:buFont typeface="Wingdings" panose="05000000000000000000" charset="0"/>
        <a:buChar char="ü"/>
        <a:defRPr sz="2000" u="none" strike="noStrike" kern="1200" cap="none" spc="150" normalizeH="0" baseline="0">
          <a:solidFill>
            <a:schemeClr val="tx1">
              <a:lumMod val="65000"/>
              <a:lumOff val="35000"/>
            </a:schemeClr>
          </a:solidFill>
          <a:uFillTx/>
          <a:latin typeface="Readex Pro" charset="0"/>
          <a:ea typeface="+mn-ea"/>
          <a:cs typeface="Readex Pro"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3.xml"/><Relationship Id="rId3" Type="http://schemas.openxmlformats.org/officeDocument/2006/relationships/image" Target="../media/image4.emf"/><Relationship Id="rId2" Type="http://schemas.openxmlformats.org/officeDocument/2006/relationships/tags" Target="../tags/tag12.xml"/><Relationship Id="rId1" Type="http://schemas.openxmlformats.org/officeDocument/2006/relationships/tags" Target="../tags/tag1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slide" Target="slide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0.xml"/><Relationship Id="rId1"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itle 3"/>
          <p:cNvSpPr>
            <a:spLocks noGrp="1"/>
          </p:cNvSpPr>
          <p:nvPr>
            <p:ph type="ctrTitle" hasCustomPrompt="1"/>
            <p:custDataLst>
              <p:tags r:id="rId1"/>
            </p:custDataLst>
          </p:nvPr>
        </p:nvSpPr>
        <p:spPr>
          <a:xfrm>
            <a:off x="789305" y="914400"/>
            <a:ext cx="10618470" cy="2570480"/>
          </a:xfrm>
        </p:spPr>
        <p:txBody>
          <a:bodyPr vert="horz" lIns="90000" tIns="46800" rIns="90000" bIns="46800" anchor="b" anchorCtr="0"/>
          <a:p>
            <a:pPr defTabSz="914400">
              <a:buClrTx/>
              <a:buSzTx/>
              <a:buFontTx/>
              <a:buNone/>
            </a:pPr>
            <a:r>
              <a:rPr lang="en-US" altLang="en-US" sz="4400" kern="1200" normalizeH="0" baseline="0">
                <a:latin typeface="K2D" panose="00000500000000000000" charset="0"/>
                <a:ea typeface="+mj-ea"/>
                <a:cs typeface="K2D" panose="00000500000000000000" charset="0"/>
              </a:rPr>
              <a:t>BỐ CỤC MỘT B</a:t>
            </a:r>
            <a:r>
              <a:rPr lang="" altLang="en-US" sz="4400" kern="1200" normalizeH="0" baseline="0">
                <a:latin typeface="K2D" panose="00000500000000000000" charset="0"/>
                <a:ea typeface="+mj-ea"/>
                <a:cs typeface="K2D" panose="00000500000000000000" charset="0"/>
              </a:rPr>
              <a:t>À</a:t>
            </a:r>
            <a:r>
              <a:rPr lang="en-US" altLang="en-US" sz="4400" kern="1200" normalizeH="0" baseline="0">
                <a:latin typeface="K2D" panose="00000500000000000000" charset="0"/>
                <a:ea typeface="+mj-ea"/>
                <a:cs typeface="K2D" panose="00000500000000000000" charset="0"/>
              </a:rPr>
              <a:t>I THUYẾT TR</a:t>
            </a:r>
            <a:r>
              <a:rPr lang="" altLang="en-US" sz="4400" kern="1200" normalizeH="0" baseline="0">
                <a:latin typeface="K2D" panose="00000500000000000000" charset="0"/>
                <a:ea typeface="+mj-ea"/>
                <a:cs typeface="K2D" panose="00000500000000000000" charset="0"/>
              </a:rPr>
              <a:t>Ì</a:t>
            </a:r>
            <a:r>
              <a:rPr lang="en-US" altLang="en-US" sz="4400" kern="1200" normalizeH="0" baseline="0">
                <a:latin typeface="K2D" panose="00000500000000000000" charset="0"/>
                <a:ea typeface="+mj-ea"/>
                <a:cs typeface="K2D" panose="00000500000000000000" charset="0"/>
              </a:rPr>
              <a:t>NH</a:t>
            </a:r>
            <a:endParaRPr lang="en-US" altLang="en-US" sz="4400" kern="1200" normalizeH="0" baseline="0">
              <a:latin typeface="K2D" panose="00000500000000000000" charset="0"/>
              <a:ea typeface="+mj-ea"/>
              <a:cs typeface="K2D" panose="00000500000000000000" charset="0"/>
            </a:endParaRPr>
          </a:p>
        </p:txBody>
      </p:sp>
      <p:sp>
        <p:nvSpPr>
          <p:cNvPr id="6146" name="Subtitle 4"/>
          <p:cNvSpPr>
            <a:spLocks noGrp="1"/>
          </p:cNvSpPr>
          <p:nvPr>
            <p:ph type="subTitle" idx="1" hasCustomPrompt="1"/>
            <p:custDataLst>
              <p:tags r:id="rId2"/>
            </p:custDataLst>
          </p:nvPr>
        </p:nvSpPr>
        <p:spPr>
          <a:xfrm>
            <a:off x="1198563" y="3560763"/>
            <a:ext cx="9799637" cy="1471612"/>
          </a:xfrm>
        </p:spPr>
        <p:txBody>
          <a:bodyPr vert="horz" lIns="90000" tIns="46800" rIns="90000" bIns="46800" anchor="t" anchorCtr="0"/>
          <a:p>
            <a:pPr defTabSz="914400">
              <a:buClrTx/>
              <a:buSzTx/>
            </a:pPr>
            <a:r>
              <a:rPr lang="en-US" altLang="en-US" sz="3200" kern="1200" normalizeH="0" baseline="0">
                <a:latin typeface="Readex Pro" charset="0"/>
                <a:ea typeface="+mn-ea"/>
                <a:cs typeface="Readex Pro" charset="0"/>
              </a:rPr>
              <a:t>ThS. Họ và Tên</a:t>
            </a:r>
            <a:endParaRPr lang="en-US" altLang="en-US" sz="3200" kern="1200" normalizeH="0" baseline="0">
              <a:latin typeface="Readex Pro" charset="0"/>
              <a:ea typeface="+mn-ea"/>
              <a:cs typeface="Readex Pro" charset="0"/>
            </a:endParaRPr>
          </a:p>
        </p:txBody>
      </p:sp>
      <p:sp>
        <p:nvSpPr>
          <p:cNvPr id="6147" name="Text Box 5"/>
          <p:cNvSpPr txBox="1"/>
          <p:nvPr/>
        </p:nvSpPr>
        <p:spPr>
          <a:xfrm>
            <a:off x="4141470" y="5108575"/>
            <a:ext cx="4064000" cy="368300"/>
          </a:xfrm>
          <a:prstGeom prst="rect">
            <a:avLst/>
          </a:prstGeom>
          <a:noFill/>
          <a:ln w="9525">
            <a:noFill/>
          </a:ln>
        </p:spPr>
        <p:txBody>
          <a:bodyPr wrap="square" anchor="t" anchorCtr="0">
            <a:spAutoFit/>
          </a:bodyPr>
          <a:p>
            <a:endParaRPr lang="en-US" altLang="zh-CN">
              <a:latin typeface="Arial" panose="020B0604020202020204" pitchFamily="34" charset="0"/>
            </a:endParaRPr>
          </a:p>
        </p:txBody>
      </p:sp>
      <p:sp>
        <p:nvSpPr>
          <p:cNvPr id="4" name="Text Box 3"/>
          <p:cNvSpPr txBox="1"/>
          <p:nvPr/>
        </p:nvSpPr>
        <p:spPr>
          <a:xfrm>
            <a:off x="5067935" y="4283075"/>
            <a:ext cx="4064000" cy="398145"/>
          </a:xfrm>
          <a:prstGeom prst="rect">
            <a:avLst/>
          </a:prstGeom>
          <a:noFill/>
        </p:spPr>
        <p:txBody>
          <a:bodyPr wrap="square" rtlCol="0">
            <a:noAutofit/>
          </a:bodyPr>
          <a:p>
            <a:r>
              <a:rPr lang="en-US">
                <a:solidFill>
                  <a:srgbClr val="00AFEF"/>
                </a:solidFill>
              </a:rPr>
              <a:t>________________</a:t>
            </a:r>
            <a:endParaRPr lang="en-US">
              <a:solidFill>
                <a:srgbClr val="00AFEF"/>
              </a:solidFill>
            </a:endParaRPr>
          </a:p>
        </p:txBody>
      </p:sp>
      <p:pic>
        <p:nvPicPr>
          <p:cNvPr id="9" name="Picture 8" descr="image3"/>
          <p:cNvPicPr>
            <a:picLocks noChangeAspect="1"/>
          </p:cNvPicPr>
          <p:nvPr/>
        </p:nvPicPr>
        <p:blipFill>
          <a:blip r:embed="rId3"/>
          <a:srcRect l="5220" t="6840" r="68464" b="69632"/>
          <a:stretch>
            <a:fillRect/>
          </a:stretch>
        </p:blipFill>
        <p:spPr>
          <a:xfrm>
            <a:off x="4142105" y="4681220"/>
            <a:ext cx="3891915" cy="958850"/>
          </a:xfrm>
          <a:prstGeom prst="rect">
            <a:avLst/>
          </a:prstGeom>
        </p:spPr>
      </p:pic>
      <p:sp>
        <p:nvSpPr>
          <p:cNvPr id="10" name="Text Box 9"/>
          <p:cNvSpPr txBox="1"/>
          <p:nvPr/>
        </p:nvSpPr>
        <p:spPr>
          <a:xfrm>
            <a:off x="3333115" y="4633595"/>
            <a:ext cx="5680710" cy="398780"/>
          </a:xfrm>
          <a:prstGeom prst="rect">
            <a:avLst/>
          </a:prstGeom>
          <a:noFill/>
        </p:spPr>
        <p:txBody>
          <a:bodyPr wrap="square" rtlCol="0">
            <a:spAutoFit/>
          </a:bodyPr>
          <a:p>
            <a:pPr algn="ctr"/>
            <a:r>
              <a:rPr lang="en-US" sz="2000">
                <a:solidFill>
                  <a:schemeClr val="bg1"/>
                </a:solidFill>
                <a:latin typeface="Readex Pro" charset="0"/>
                <a:cs typeface="Readex Pro" charset="0"/>
              </a:rPr>
              <a:t>Trích từ Tủ sách Khoa học VLOGS</a:t>
            </a:r>
            <a:endParaRPr lang="en-US" sz="2000">
              <a:solidFill>
                <a:schemeClr val="bg1"/>
              </a:solidFill>
              <a:latin typeface="Readex Pro" charset="0"/>
              <a:cs typeface="Readex Pro" charset="0"/>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5"/>
                                        </p:tgtEl>
                                        <p:attrNameLst>
                                          <p:attrName>style.visibility</p:attrName>
                                        </p:attrNameLst>
                                      </p:cBhvr>
                                      <p:to>
                                        <p:strVal val="visible"/>
                                      </p:to>
                                    </p:set>
                                    <p:anim calcmode="lin" valueType="num">
                                      <p:cBhvr additive="base">
                                        <p:cTn id="7" dur="500" fill="hold"/>
                                        <p:tgtEl>
                                          <p:spTgt spid="6145"/>
                                        </p:tgtEl>
                                        <p:attrNameLst>
                                          <p:attrName>ppt_x</p:attrName>
                                        </p:attrNameLst>
                                      </p:cBhvr>
                                      <p:tavLst>
                                        <p:tav tm="0">
                                          <p:val>
                                            <p:strVal val="#ppt_x"/>
                                          </p:val>
                                        </p:tav>
                                        <p:tav tm="100000">
                                          <p:val>
                                            <p:strVal val="#ppt_x"/>
                                          </p:val>
                                        </p:tav>
                                      </p:tavLst>
                                    </p:anim>
                                    <p:anim calcmode="lin" valueType="num">
                                      <p:cBhvr additive="base">
                                        <p:cTn id="8" dur="500" fill="hold"/>
                                        <p:tgtEl>
                                          <p:spTgt spid="61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6">
                                            <p:txEl>
                                              <p:pRg st="0" end="0"/>
                                            </p:txEl>
                                          </p:spTgt>
                                        </p:tgtEl>
                                        <p:attrNameLst>
                                          <p:attrName>style.visibility</p:attrName>
                                        </p:attrNameLst>
                                      </p:cBhvr>
                                      <p:to>
                                        <p:strVal val="visible"/>
                                      </p:to>
                                    </p:set>
                                    <p:anim calcmode="lin" valueType="num">
                                      <p:cBhvr additive="base">
                                        <p:cTn id="13" dur="500" fill="hold"/>
                                        <p:tgtEl>
                                          <p:spTgt spid="614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 grpId="0"/>
      <p:bldP spid="6145" grpId="1"/>
      <p:bldP spid="6146" grpId="0" build="p"/>
      <p:bldP spid="6146" grpId="1" build="p"/>
      <p:bldP spid="10" grpId="0"/>
      <p:bldP spid="10"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itle 1"/>
          <p:cNvSpPr>
            <a:spLocks noGrp="1"/>
          </p:cNvSpPr>
          <p:nvPr>
            <p:ph type="title" hasCustomPrompt="1"/>
            <p:custDataLst>
              <p:tags r:id="rId1"/>
            </p:custDataLst>
          </p:nvPr>
        </p:nvSpPr>
        <p:spPr>
          <a:xfrm>
            <a:off x="608330" y="669290"/>
            <a:ext cx="10826115" cy="645160"/>
          </a:xfrm>
        </p:spPr>
        <p:txBody>
          <a:bodyPr lIns="90000" tIns="46800" rIns="90000" bIns="46800" anchor="ctr" anchorCtr="0">
            <a:normAutofit fontScale="90000"/>
          </a:bodyPr>
          <a:p>
            <a:pPr defTabSz="914400">
              <a:buNone/>
            </a:pPr>
            <a:r>
              <a:rPr lang="en-US" altLang="zh-CN" sz="4000" kern="1200" normalizeH="0" baseline="0">
                <a:solidFill>
                  <a:srgbClr val="1F5CA9"/>
                </a:solidFill>
                <a:latin typeface="K2D" panose="00000500000000000000" charset="0"/>
                <a:ea typeface="+mj-ea"/>
                <a:cs typeface="K2D" panose="00000500000000000000" charset="0"/>
              </a:rPr>
              <a:t>Giới thiệu</a:t>
            </a:r>
            <a:endParaRPr lang="en-US" altLang="zh-CN" sz="4000" kern="1200" normalizeH="0" baseline="0">
              <a:solidFill>
                <a:srgbClr val="1F5CA9"/>
              </a:solidFill>
              <a:latin typeface="K2D" panose="00000500000000000000" charset="0"/>
              <a:ea typeface="+mj-ea"/>
              <a:cs typeface="K2D" panose="00000500000000000000" charset="0"/>
            </a:endParaRPr>
          </a:p>
        </p:txBody>
      </p:sp>
      <p:sp>
        <p:nvSpPr>
          <p:cNvPr id="7170" name="Content Placeholder 2"/>
          <p:cNvSpPr>
            <a:spLocks noGrp="1"/>
          </p:cNvSpPr>
          <p:nvPr>
            <p:ph idx="1"/>
            <p:custDataLst>
              <p:tags r:id="rId2"/>
            </p:custDataLst>
          </p:nvPr>
        </p:nvSpPr>
        <p:spPr>
          <a:xfrm>
            <a:off x="608330" y="1716405"/>
            <a:ext cx="9771380" cy="3908425"/>
          </a:xfrm>
        </p:spPr>
        <p:txBody>
          <a:bodyPr lIns="90000" tIns="46800" rIns="90000" bIns="46800" anchor="t" anchorCtr="0">
            <a:normAutofit fontScale="90000" lnSpcReduction="20000"/>
          </a:bodyPr>
          <a:p>
            <a:pPr>
              <a:buFont typeface="Arial" panose="020B0604020202020204" pitchFamily="34" charset="0"/>
              <a:buChar char="•"/>
            </a:pPr>
            <a:r>
              <a:rPr lang="en-US" altLang="zh-CN" sz="3555"/>
              <a:t>Phần mở đầu</a:t>
            </a:r>
            <a:endParaRPr lang="en-US" altLang="zh-CN" sz="3555"/>
          </a:p>
          <a:p>
            <a:pPr marL="0" indent="0">
              <a:buNone/>
            </a:pPr>
            <a:r>
              <a:rPr lang="en-US" altLang="zh-CN" sz="3110"/>
              <a:t>     - Cần đạt mục đích</a:t>
            </a:r>
            <a:endParaRPr lang="en-US" altLang="zh-CN" sz="3110"/>
          </a:p>
          <a:p>
            <a:pPr>
              <a:buFont typeface="Arial" panose="020B0604020202020204" pitchFamily="34" charset="0"/>
              <a:buChar char="•"/>
            </a:pPr>
            <a:r>
              <a:rPr lang="en-US" altLang="zh-CN" sz="3555"/>
              <a:t>Phần chính</a:t>
            </a:r>
            <a:endParaRPr lang="en-US" altLang="zh-CN" sz="3555"/>
          </a:p>
          <a:p>
            <a:pPr marL="0" indent="0">
              <a:buNone/>
            </a:pPr>
            <a:r>
              <a:rPr lang="en-US" altLang="zh-CN" sz="3110"/>
              <a:t>     - Đưa ra giải pháp, ý kiến</a:t>
            </a:r>
            <a:endParaRPr lang="en-US" altLang="zh-CN" sz="3110"/>
          </a:p>
          <a:p>
            <a:pPr>
              <a:buFont typeface="Arial" panose="020B0604020202020204" pitchFamily="34" charset="0"/>
              <a:buChar char="•"/>
            </a:pPr>
            <a:r>
              <a:rPr lang="en-US" altLang="zh-CN" sz="3555"/>
              <a:t>Phần kết</a:t>
            </a:r>
            <a:endParaRPr lang="en-US" altLang="zh-CN" sz="3555"/>
          </a:p>
          <a:p>
            <a:pPr marL="0" indent="0">
              <a:buNone/>
            </a:pPr>
            <a:r>
              <a:rPr lang="en-US" altLang="zh-CN"/>
              <a:t>  </a:t>
            </a:r>
            <a:r>
              <a:rPr lang="en-US" altLang="zh-CN" sz="3110"/>
              <a:t>   - Tóm tắt các nội dung đã trình bày</a:t>
            </a:r>
            <a:endParaRPr lang="en-US" altLang="zh-CN" sz="3110"/>
          </a:p>
        </p:txBody>
      </p:sp>
      <p:sp>
        <p:nvSpPr>
          <p:cNvPr id="2" name="Text Box 1"/>
          <p:cNvSpPr txBox="1"/>
          <p:nvPr/>
        </p:nvSpPr>
        <p:spPr>
          <a:xfrm>
            <a:off x="171450" y="6362065"/>
            <a:ext cx="4064000" cy="368300"/>
          </a:xfrm>
          <a:prstGeom prst="rect">
            <a:avLst/>
          </a:prstGeom>
          <a:noFill/>
        </p:spPr>
        <p:txBody>
          <a:bodyPr wrap="square" rtlCol="0">
            <a:spAutoFit/>
          </a:bodyPr>
          <a:p>
            <a:r>
              <a:rPr lang="en-US" b="1">
                <a:solidFill>
                  <a:schemeClr val="bg1"/>
                </a:solidFill>
                <a:latin typeface="K2D" panose="00000500000000000000" charset="0"/>
                <a:cs typeface="K2D" panose="00000500000000000000" charset="0"/>
              </a:rPr>
              <a:t>CTU</a:t>
            </a:r>
            <a:endParaRPr lang="en-US" b="1">
              <a:solidFill>
                <a:schemeClr val="bg1"/>
              </a:solidFill>
              <a:latin typeface="K2D" panose="00000500000000000000" charset="0"/>
              <a:cs typeface="K2D" panose="00000500000000000000"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69"/>
                                        </p:tgtEl>
                                        <p:attrNameLst>
                                          <p:attrName>style.visibility</p:attrName>
                                        </p:attrNameLst>
                                      </p:cBhvr>
                                      <p:to>
                                        <p:strVal val="visible"/>
                                      </p:to>
                                    </p:set>
                                    <p:anim calcmode="lin" valueType="num">
                                      <p:cBhvr additive="base">
                                        <p:cTn id="7" dur="500" fill="hold"/>
                                        <p:tgtEl>
                                          <p:spTgt spid="7169"/>
                                        </p:tgtEl>
                                        <p:attrNameLst>
                                          <p:attrName>ppt_x</p:attrName>
                                        </p:attrNameLst>
                                      </p:cBhvr>
                                      <p:tavLst>
                                        <p:tav tm="0">
                                          <p:val>
                                            <p:strVal val="#ppt_x"/>
                                          </p:val>
                                        </p:tav>
                                        <p:tav tm="100000">
                                          <p:val>
                                            <p:strVal val="#ppt_x"/>
                                          </p:val>
                                        </p:tav>
                                      </p:tavLst>
                                    </p:anim>
                                    <p:anim calcmode="lin" valueType="num">
                                      <p:cBhvr additive="base">
                                        <p:cTn id="8" dur="500" fill="hold"/>
                                        <p:tgtEl>
                                          <p:spTgt spid="71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0">
                                            <p:txEl>
                                              <p:pRg st="0" end="0"/>
                                            </p:txEl>
                                          </p:spTgt>
                                        </p:tgtEl>
                                        <p:attrNameLst>
                                          <p:attrName>style.visibility</p:attrName>
                                        </p:attrNameLst>
                                      </p:cBhvr>
                                      <p:to>
                                        <p:strVal val="visible"/>
                                      </p:to>
                                    </p:set>
                                    <p:anim calcmode="lin" valueType="num">
                                      <p:cBhvr additive="base">
                                        <p:cTn id="13"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0">
                                            <p:txEl>
                                              <p:pRg st="1" end="1"/>
                                            </p:txEl>
                                          </p:spTgt>
                                        </p:tgtEl>
                                        <p:attrNameLst>
                                          <p:attrName>style.visibility</p:attrName>
                                        </p:attrNameLst>
                                      </p:cBhvr>
                                      <p:to>
                                        <p:strVal val="visible"/>
                                      </p:to>
                                    </p:set>
                                    <p:anim calcmode="lin" valueType="num">
                                      <p:cBhvr additive="base">
                                        <p:cTn id="19"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0">
                                            <p:txEl>
                                              <p:pRg st="2" end="2"/>
                                            </p:txEl>
                                          </p:spTgt>
                                        </p:tgtEl>
                                        <p:attrNameLst>
                                          <p:attrName>style.visibility</p:attrName>
                                        </p:attrNameLst>
                                      </p:cBhvr>
                                      <p:to>
                                        <p:strVal val="visible"/>
                                      </p:to>
                                    </p:set>
                                    <p:anim calcmode="lin" valueType="num">
                                      <p:cBhvr additive="base">
                                        <p:cTn id="25"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70">
                                            <p:txEl>
                                              <p:pRg st="3" end="3"/>
                                            </p:txEl>
                                          </p:spTgt>
                                        </p:tgtEl>
                                        <p:attrNameLst>
                                          <p:attrName>style.visibility</p:attrName>
                                        </p:attrNameLst>
                                      </p:cBhvr>
                                      <p:to>
                                        <p:strVal val="visible"/>
                                      </p:to>
                                    </p:set>
                                    <p:anim calcmode="lin" valueType="num">
                                      <p:cBhvr additive="base">
                                        <p:cTn id="31" dur="500" fill="hold"/>
                                        <p:tgtEl>
                                          <p:spTgt spid="717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170">
                                            <p:txEl>
                                              <p:pRg st="4" end="4"/>
                                            </p:txEl>
                                          </p:spTgt>
                                        </p:tgtEl>
                                        <p:attrNameLst>
                                          <p:attrName>style.visibility</p:attrName>
                                        </p:attrNameLst>
                                      </p:cBhvr>
                                      <p:to>
                                        <p:strVal val="visible"/>
                                      </p:to>
                                    </p:set>
                                    <p:anim calcmode="lin" valueType="num">
                                      <p:cBhvr additive="base">
                                        <p:cTn id="37" dur="500" fill="hold"/>
                                        <p:tgtEl>
                                          <p:spTgt spid="7170">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170">
                                            <p:txEl>
                                              <p:pRg st="5" end="5"/>
                                            </p:txEl>
                                          </p:spTgt>
                                        </p:tgtEl>
                                        <p:attrNameLst>
                                          <p:attrName>style.visibility</p:attrName>
                                        </p:attrNameLst>
                                      </p:cBhvr>
                                      <p:to>
                                        <p:strVal val="visible"/>
                                      </p:to>
                                    </p:set>
                                    <p:anim calcmode="lin" valueType="num">
                                      <p:cBhvr additive="base">
                                        <p:cTn id="43" dur="500" fill="hold"/>
                                        <p:tgtEl>
                                          <p:spTgt spid="7170">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 grpId="0"/>
      <p:bldP spid="7169" grpId="1"/>
      <p:bldP spid="7170" grpId="0" build="p"/>
      <p:bldP spid="7170"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Phần mở đầu</a:t>
            </a:r>
            <a:endParaRPr lang="en-US"/>
          </a:p>
        </p:txBody>
      </p:sp>
      <p:sp>
        <p:nvSpPr>
          <p:cNvPr id="3" name="Content Placeholder 2"/>
          <p:cNvSpPr>
            <a:spLocks noGrp="1"/>
          </p:cNvSpPr>
          <p:nvPr>
            <p:ph idx="1"/>
          </p:nvPr>
        </p:nvSpPr>
        <p:spPr>
          <a:xfrm>
            <a:off x="608330" y="1313815"/>
            <a:ext cx="8370570" cy="3380105"/>
          </a:xfrm>
        </p:spPr>
        <p:txBody>
          <a:bodyPr>
            <a:normAutofit fontScale="25000"/>
          </a:bodyPr>
          <a:p>
            <a:r>
              <a:rPr lang="en-US" sz="10665"/>
              <a:t>Thu hút sự chú ý của người nghe</a:t>
            </a:r>
            <a:endParaRPr lang="en-US" sz="10665"/>
          </a:p>
          <a:p>
            <a:pPr marL="0" indent="0">
              <a:buNone/>
            </a:pPr>
            <a:r>
              <a:rPr lang="en-US"/>
              <a:t> </a:t>
            </a:r>
            <a:r>
              <a:rPr lang="en-US" sz="8800"/>
              <a:t>    -</a:t>
            </a:r>
            <a:r>
              <a:rPr lang="en-US" sz="8800">
                <a:hlinkClick r:id="rId1" tooltip="" action="ppaction://hlinksldjump"/>
              </a:rPr>
              <a:t>Sử dụng một đoạn trích dẫn</a:t>
            </a:r>
            <a:endParaRPr lang="en-US" sz="8800"/>
          </a:p>
          <a:p>
            <a:pPr marL="0" indent="0">
              <a:buNone/>
            </a:pPr>
            <a:r>
              <a:rPr lang="en-US" sz="8800"/>
              <a:t>     -Một câu hỏi</a:t>
            </a:r>
            <a:endParaRPr lang="en-US" sz="8800"/>
          </a:p>
          <a:p>
            <a:pPr marL="0" indent="0">
              <a:buNone/>
            </a:pPr>
            <a:r>
              <a:rPr lang="en-US" sz="8800"/>
              <a:t>     -Một lời hứa</a:t>
            </a:r>
            <a:endParaRPr lang="en-US" sz="8800"/>
          </a:p>
          <a:p>
            <a:pPr marL="0" indent="0">
              <a:buNone/>
            </a:pPr>
            <a:r>
              <a:rPr lang="en-US" sz="8800"/>
              <a:t>     -Thậm chí làm mọi người phải hoạt động</a:t>
            </a:r>
            <a:endParaRPr lang="en-US" sz="8800"/>
          </a:p>
          <a:p>
            <a:r>
              <a:rPr lang="en-US" sz="10665"/>
              <a:t>Tóm lược các nội dung liên quan</a:t>
            </a:r>
            <a:endParaRPr lang="en-US" sz="10665"/>
          </a:p>
          <a:p>
            <a:pPr marL="0" indent="0">
              <a:buNone/>
            </a:pPr>
            <a:r>
              <a:rPr lang="en-US" sz="11200"/>
              <a:t> </a:t>
            </a:r>
            <a:r>
              <a:rPr lang="en-US" sz="8800"/>
              <a:t>    -Đã được trình bày</a:t>
            </a:r>
            <a:endParaRPr lang="en-US" sz="8800"/>
          </a:p>
          <a:p>
            <a:pPr marL="0" indent="0">
              <a:buNone/>
            </a:pPr>
            <a:r>
              <a:rPr lang="en-US" sz="8800"/>
              <a:t>     -Đã được đa số người nghe biết rõ</a:t>
            </a:r>
            <a:endParaRPr lang="en-US" sz="8800"/>
          </a:p>
          <a:p>
            <a:pPr marL="0" indent="0">
              <a:buNone/>
            </a:pPr>
            <a:endParaRPr lang="en-US" sz="880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Phần chính</a:t>
            </a:r>
            <a:endParaRPr lang="en-US"/>
          </a:p>
        </p:txBody>
      </p:sp>
      <p:sp>
        <p:nvSpPr>
          <p:cNvPr id="3" name="Content Placeholder 2"/>
          <p:cNvSpPr>
            <a:spLocks noGrp="1"/>
          </p:cNvSpPr>
          <p:nvPr>
            <p:ph idx="1"/>
          </p:nvPr>
        </p:nvSpPr>
        <p:spPr/>
        <p:txBody>
          <a:bodyPr/>
          <a:p>
            <a:r>
              <a:rPr lang="en-US"/>
              <a:t>Phần chính với các nội dung</a:t>
            </a:r>
            <a:endParaRPr lang="en-US"/>
          </a:p>
          <a:p>
            <a:pPr marL="0" indent="0">
              <a:buNone/>
            </a:pPr>
            <a:r>
              <a:rPr lang="en-US"/>
              <a:t>    </a:t>
            </a:r>
            <a:r>
              <a:rPr lang="en-US" sz="2800"/>
              <a:t> -Vấn đề cần giải quyết, yêu cầu công việc</a:t>
            </a:r>
            <a:endParaRPr lang="en-US" sz="2800"/>
          </a:p>
          <a:p>
            <a:pPr marL="0" indent="0">
              <a:buNone/>
            </a:pPr>
            <a:r>
              <a:rPr lang="en-US" sz="2800"/>
              <a:t>     -Ý tưởng và giải pháp</a:t>
            </a:r>
            <a:endParaRPr lang="en-US" sz="2800"/>
          </a:p>
          <a:p>
            <a:pPr marL="0" indent="0">
              <a:buNone/>
            </a:pPr>
            <a:r>
              <a:rPr lang="en-US" sz="2800"/>
              <a:t>     -</a:t>
            </a:r>
            <a:r>
              <a:rPr lang="en-US" sz="2800">
                <a:hlinkClick r:id="rId1" tooltip="" action="ppaction://hlinksldjump"/>
              </a:rPr>
              <a:t>Cung cấp ý tưởng để chứng minh</a:t>
            </a:r>
            <a:endParaRPr lang="en-US" sz="2800"/>
          </a:p>
          <a:p>
            <a:pPr marL="0" indent="0">
              <a:buNone/>
            </a:pPr>
            <a:r>
              <a:rPr lang="en-US" sz="2800"/>
              <a:t>     -Lợi ích khi áp dụng giải pháp</a:t>
            </a:r>
            <a:endParaRPr lang="en-US" sz="2800"/>
          </a:p>
          <a:p>
            <a:pPr marL="0" indent="0">
              <a:buNone/>
            </a:pPr>
            <a:r>
              <a:rPr lang="en-US" sz="2800"/>
              <a:t>     -Chương trình hành động/ các việc làm cụ thể</a:t>
            </a:r>
            <a:endParaRPr lang="en-US" sz="280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Phần kết</a:t>
            </a:r>
            <a:endParaRPr lang="en-US"/>
          </a:p>
        </p:txBody>
      </p:sp>
      <p:sp>
        <p:nvSpPr>
          <p:cNvPr id="3" name="Content Placeholder 2"/>
          <p:cNvSpPr>
            <a:spLocks noGrp="1"/>
          </p:cNvSpPr>
          <p:nvPr>
            <p:ph idx="1"/>
          </p:nvPr>
        </p:nvSpPr>
        <p:spPr/>
        <p:txBody>
          <a:bodyPr/>
          <a:p>
            <a:r>
              <a:rPr lang="en-US"/>
              <a:t>Tóm tắt</a:t>
            </a:r>
            <a:endParaRPr lang="en-US"/>
          </a:p>
          <a:p>
            <a:r>
              <a:rPr lang="en-US"/>
              <a:t>Kết luận cuối cùng</a:t>
            </a:r>
            <a:endParaRPr lang="en-US"/>
          </a:p>
          <a:p>
            <a:pPr marL="0" indent="0">
              <a:buNone/>
            </a:pPr>
            <a:r>
              <a:rPr lang="en-US" sz="2800"/>
              <a:t>     -Liệu còn điều gì bạn muốn người nghe ghi nhớ?</a:t>
            </a:r>
            <a:endParaRPr lang="en-US" sz="280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Cảm ơn sự chú ý của quý vị</a:t>
            </a:r>
            <a:endParaRPr lang="en-US"/>
          </a:p>
        </p:txBody>
      </p:sp>
      <p:pic>
        <p:nvPicPr>
          <p:cNvPr id="7" name="Picture 6" descr="image3"/>
          <p:cNvPicPr>
            <a:picLocks noChangeAspect="1"/>
          </p:cNvPicPr>
          <p:nvPr/>
        </p:nvPicPr>
        <p:blipFill>
          <a:blip r:embed="rId1"/>
          <a:srcRect l="53147" t="3428" r="18168" b="67311"/>
          <a:stretch>
            <a:fillRect/>
          </a:stretch>
        </p:blipFill>
        <p:spPr>
          <a:xfrm>
            <a:off x="608330" y="3429000"/>
            <a:ext cx="2508885" cy="119253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Ví dụ sử dụng một đoạn trích dẫn khi giới thiệu</a:t>
            </a:r>
            <a:endParaRPr lang="en-US"/>
          </a:p>
        </p:txBody>
      </p:sp>
      <p:sp>
        <p:nvSpPr>
          <p:cNvPr id="3" name="Content Placeholder 2"/>
          <p:cNvSpPr>
            <a:spLocks noGrp="1"/>
          </p:cNvSpPr>
          <p:nvPr>
            <p:ph idx="1"/>
          </p:nvPr>
        </p:nvSpPr>
        <p:spPr/>
        <p:txBody>
          <a:bodyPr>
            <a:normAutofit fontScale="90000" lnSpcReduction="10000"/>
          </a:bodyPr>
          <a:p>
            <a:r>
              <a:rPr lang="en-US"/>
              <a:t>Ví dụ: ta có thể phát biểu trích dẫn lợi ích khi học ngành công nghệ thông tin</a:t>
            </a:r>
            <a:endParaRPr lang="en-US"/>
          </a:p>
          <a:p>
            <a:pPr marL="0" indent="0">
              <a:buNone/>
            </a:pPr>
            <a:r>
              <a:rPr lang="en-US"/>
              <a:t>     </a:t>
            </a:r>
            <a:r>
              <a:rPr lang="en-US" sz="2800"/>
              <a:t>“Hàng năm, công nghệ mới luôn được phát triển và thể hiện tầm quang trọng của nó đối với cuộc sống. Các doanh nghiệp cũng thay đổi theo huớng cập nhật công nghệ thông tin và yêu cầu sự thay đổi về nhân sự giỏi công nghệ. Ngành học CNTT được coi là lĩnh vực ngày 1 phát triển và trở nên hữu ích cho các bạn muốn xây dựng sự nghiệp với ngành này. Vậy những lợi ích khi học ngành CNTT là gì?”</a:t>
            </a:r>
            <a:endParaRPr lang="en-US" sz="2800"/>
          </a:p>
        </p:txBody>
      </p:sp>
      <p:sp>
        <p:nvSpPr>
          <p:cNvPr id="4" name="Action Button: Return 3">
            <a:hlinkClick r:id="rId1" action="ppaction://hlinksldjump"/>
          </p:cNvPr>
          <p:cNvSpPr/>
          <p:nvPr/>
        </p:nvSpPr>
        <p:spPr>
          <a:xfrm>
            <a:off x="10498455" y="184785"/>
            <a:ext cx="824865" cy="464185"/>
          </a:xfrm>
          <a:prstGeom prst="actionButtonRetur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Ví dụ minh chứng 1 vấn đề</a:t>
            </a:r>
            <a:endParaRPr lang="en-US"/>
          </a:p>
        </p:txBody>
      </p:sp>
      <p:sp>
        <p:nvSpPr>
          <p:cNvPr id="3" name="Content Placeholder 2"/>
          <p:cNvSpPr>
            <a:spLocks noGrp="1"/>
          </p:cNvSpPr>
          <p:nvPr>
            <p:ph idx="1"/>
          </p:nvPr>
        </p:nvSpPr>
        <p:spPr>
          <a:xfrm>
            <a:off x="608400" y="1490400"/>
            <a:ext cx="10969200" cy="4759200"/>
          </a:xfrm>
        </p:spPr>
        <p:txBody>
          <a:bodyPr/>
          <a:p>
            <a:r>
              <a:rPr lang="en-US"/>
              <a:t>Bảng thống kê kết quả tuyển sinh 2020</a:t>
            </a:r>
            <a:endParaRPr lang="en-US"/>
          </a:p>
          <a:p>
            <a:pPr marL="0" indent="0">
              <a:buNone/>
            </a:pPr>
            <a:endParaRPr lang="en-US"/>
          </a:p>
          <a:p>
            <a:pPr marL="0" indent="0">
              <a:buNone/>
            </a:pPr>
            <a:endParaRPr lang="en-US"/>
          </a:p>
          <a:p>
            <a:pPr marL="0" indent="0">
              <a:buNone/>
            </a:pPr>
            <a:endParaRPr lang="en-US"/>
          </a:p>
        </p:txBody>
      </p:sp>
      <p:graphicFrame>
        <p:nvGraphicFramePr>
          <p:cNvPr id="16" name="Table 15"/>
          <p:cNvGraphicFramePr/>
          <p:nvPr/>
        </p:nvGraphicFramePr>
        <p:xfrm>
          <a:off x="2790190" y="2137410"/>
          <a:ext cx="5622290" cy="3975100"/>
        </p:xfrm>
        <a:graphic>
          <a:graphicData uri="http://schemas.openxmlformats.org/drawingml/2006/table">
            <a:tbl>
              <a:tblPr/>
              <a:tblGrid>
                <a:gridCol w="3123565"/>
                <a:gridCol w="2498725"/>
              </a:tblGrid>
              <a:tr h="398145">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Tên ngành/chuyên ngành</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số lượng tuyển sinh</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9415">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Công nghệ thông tin</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272</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8145">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Công nghệ thông tin - CLC</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144</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8780">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Công nghệ thông tin - HA</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75</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87350">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Mạng máy tính và truyền thông dữ liệu</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149</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8780">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kỹ thuật phần mềm</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266</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8780">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Hệ thống thông tin</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135</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8145">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Khoa học máy tính</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178</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9415">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Tin học ứng dụng</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32</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r h="398145">
                <a:tc>
                  <a:txBody>
                    <a:bodyPr/>
                    <a:p>
                      <a:pPr marL="0" indent="152400" algn="l" fontAlgn="ctr">
                        <a:extLst>
                          <a:ext uri="{35155182-B16C-46BC-9424-99874614C6A1}">
                            <wpsdc:indentchars xmlns:wpsdc="http://www.wps.cn/officeDocument/2017/drawingmlCustomData" val="100" checksum="1362651154"/>
                            <wpsdc:marlchars xmlns:wpsdc="http://www.wps.cn/officeDocument/2017/drawingmlCustomData" val="0" checksum="0"/>
                          </a:ext>
                        </a:extLst>
                      </a:pPr>
                      <a:r>
                        <a:rPr sz="1200" b="0" i="0">
                          <a:solidFill>
                            <a:srgbClr val="000000"/>
                          </a:solidFill>
                          <a:latin typeface="Readex Pro"/>
                          <a:ea typeface="Readex Pro"/>
                        </a:rPr>
                        <a:t>Tổng</a:t>
                      </a:r>
                      <a:endParaRPr sz="1200" b="0" i="0">
                        <a:solidFill>
                          <a:srgbClr val="000000"/>
                        </a:solidFill>
                        <a:latin typeface="Readex Pro"/>
                        <a:ea typeface="Readex Pro"/>
                      </a:endParaRPr>
                    </a:p>
                  </a:txBody>
                  <a:tcPr marL="9175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c>
                  <a:txBody>
                    <a:bodyPr/>
                    <a:p>
                      <a:pPr algn="r" fontAlgn="ctr"/>
                      <a:r>
                        <a:rPr sz="1200" b="0" i="0">
                          <a:solidFill>
                            <a:srgbClr val="000000"/>
                          </a:solidFill>
                          <a:latin typeface="Readex Pro"/>
                          <a:ea typeface="Readex Pro"/>
                        </a:rPr>
                        <a:t>1251</a:t>
                      </a:r>
                      <a:endParaRPr sz="1200" b="0" i="0">
                        <a:solidFill>
                          <a:srgbClr val="000000"/>
                        </a:solidFill>
                        <a:latin typeface="Readex Pro"/>
                        <a:ea typeface="Readex Pro"/>
                      </a:endParaRPr>
                    </a:p>
                  </a:txBody>
                  <a:tcPr marL="7937" marR="7937" marT="7937" marB="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FFFFFF"/>
                    </a:solidFill>
                  </a:tcPr>
                </a:tc>
              </a:tr>
            </a:tbl>
          </a:graphicData>
        </a:graphic>
      </p:graphicFrame>
      <p:sp>
        <p:nvSpPr>
          <p:cNvPr id="17" name="Action Button: Return 16">
            <a:hlinkClick r:id="rId1" action="ppaction://hlinksldjump"/>
          </p:cNvPr>
          <p:cNvSpPr/>
          <p:nvPr/>
        </p:nvSpPr>
        <p:spPr>
          <a:xfrm>
            <a:off x="10436860" y="92075"/>
            <a:ext cx="742315" cy="422910"/>
          </a:xfrm>
          <a:prstGeom prst="actionButtonRetur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2"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P spid="3" grpId="0" build="p"/>
      <p:bldP spid="3" grpId="1" build="p"/>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Lst>
</file>

<file path=ppt/tags/tag1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AICARD_INVALID" val="Invalid"/>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16.xml><?xml version="1.0" encoding="utf-8"?>
<p:tagLst xmlns:p="http://schemas.openxmlformats.org/presentationml/2006/main">
  <p:tag name="KSO_WM_BEAUTIFY_FLAG" val="#wm#"/>
  <p:tag name="KSO_WM_TEMPLATE_CATEGORY" val="custom"/>
  <p:tag name="KSO_WM_TEMPLATE_INDEX" val="20205081"/>
</p:tagLst>
</file>

<file path=ppt/tags/tag17.xml><?xml version="1.0" encoding="utf-8"?>
<p:tagLst xmlns:p="http://schemas.openxmlformats.org/presentationml/2006/main">
  <p:tag name="KSO_WM_BEAUTIFY_FLAG" val="#wm#"/>
  <p:tag name="KSO_WM_TEMPLATE_CATEGORY" val="custom"/>
  <p:tag name="KSO_WM_TEMPLATE_INDEX" val="20205081"/>
</p:tagLst>
</file>

<file path=ppt/tags/tag18.xml><?xml version="1.0" encoding="utf-8"?>
<p:tagLst xmlns:p="http://schemas.openxmlformats.org/presentationml/2006/main">
  <p:tag name="KSO_WM_BEAUTIFY_FLAG" val="#wm#"/>
  <p:tag name="KSO_WM_TEMPLATE_CATEGORY" val="custom"/>
  <p:tag name="KSO_WM_TEMPLATE_INDEX" val="20205081"/>
</p:tagLst>
</file>

<file path=ppt/tags/tag19.xml><?xml version="1.0" encoding="utf-8"?>
<p:tagLst xmlns:p="http://schemas.openxmlformats.org/presentationml/2006/main">
  <p:tag name="KSO_WM_BEAUTIFY_FLAG" val="#wm#"/>
  <p:tag name="KSO_WM_TEMPLATE_CATEGORY" val="custom"/>
  <p:tag name="KSO_WM_TEMPLATE_INDEX" val="20205081"/>
</p:tagLst>
</file>

<file path=ppt/tags/tag20.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1.xml><?xml version="1.0" encoding="utf-8"?>
<p:tagLst xmlns:p="http://schemas.openxmlformats.org/presentationml/2006/main">
  <p:tag name="KSO_WM_BEAUTIFY_FLAG" val="#wm#"/>
  <p:tag name="KSO_WM_TEMPLATE_CATEGORY" val="custom"/>
  <p:tag name="KSO_WM_TEMPLATE_INDEX" val="20205081"/>
</p:tagLst>
</file>

<file path=ppt/tags/tag2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1631</Words>
  <Application>WPS Presentation</Application>
  <PresentationFormat>Widescreen</PresentationFormat>
  <Paragraphs>100</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K2D</vt:lpstr>
      <vt:lpstr>Readex Pro</vt:lpstr>
      <vt:lpstr>Wingdings</vt:lpstr>
      <vt:lpstr>Microsoft YaHei</vt:lpstr>
      <vt:lpstr>Arial Unicode MS</vt:lpstr>
      <vt:lpstr>Calibri</vt:lpstr>
      <vt:lpstr>等线 Light</vt:lpstr>
      <vt:lpstr>Readex Pro</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pc</dc:creator>
  <cp:lastModifiedBy>pc</cp:lastModifiedBy>
  <cp:revision>11</cp:revision>
  <dcterms:created xsi:type="dcterms:W3CDTF">2026-09-19T00:12:00Z</dcterms:created>
  <dcterms:modified xsi:type="dcterms:W3CDTF">2026-09-20T05:05:27Z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D417C1A5546442F6B00A44AF06971631_13</vt:lpwstr>
  </property>
</Properties>
</file>