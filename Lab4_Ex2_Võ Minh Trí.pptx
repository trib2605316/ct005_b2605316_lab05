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E4E183-D6C5-4613-9B30-A57565DB3653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A79B5-0855-4B0E-A5F8-65F7DB4B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5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78FE9-A51C-4068-81D2-E215EDBD4953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image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0988" y="377825"/>
            <a:ext cx="1215077" cy="122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03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45F-8086-48D4-A4A8-15E0D550FE11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8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9004233-BF86-40E4-84C0-6AA917D1264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 descr="image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74" y="650297"/>
            <a:ext cx="1292226" cy="129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8622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3DD5-5C06-49E4-A14B-0ED2B7CE0B98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6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A094B-AA1D-4E11-BF59-3FA5E02F3F8F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9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0D75-DF0D-40E5-AECE-E6DD185734F8}" type="datetime1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1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C69CC-608E-4001-8F68-66BE6CAE6980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98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AEA7-40C9-48B0-B839-84984B7A7F9C}" type="datetime1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3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7213F-0417-4749-9F62-11FC19012AD3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09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29316-DC41-4792-ACEE-A139C18A8DF0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0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DACF6-194D-4122-ADEC-D4B8DA4D2502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44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1B169-B23E-4CF3-AF0E-D5B3F6AA6B7F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08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6EF12-CD75-4F55-B6E6-FA2366923DC0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0165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432A-791A-4436-8C60-D705DC3A9F59}" type="datetime1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28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40835-4184-41D7-B0F3-E853176B8BFD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164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2BF-0F0C-452A-92D5-BA2D286A7873}" type="datetime1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94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5CA21-01D4-4EAA-A161-A3710655F353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64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56010-8125-4762-AB22-9347D0ADA2DD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0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EA51592-C015-4C9E-9A4E-D8E3ED204575}" type="datetime1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9004233-BF86-40E4-84C0-6AA917D126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577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b="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-"/>
        <a:defRPr sz="2800" b="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b="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b="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b="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&#8220;http:/www.cit.ctu.edu.vn/&#8221;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ĐẠI HỌC CẦN THƠ – QUÁ TRÌNH HÌNH THÀNH VÀ PHÁT TRIỂN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/>
              <a:t>TS. NGUYỄN VĂN A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800" b="1" dirty="0">
                <a:latin typeface="+mj-lt"/>
              </a:rPr>
              <a:t>Giới thiệu Đại học Cần Thơ </a:t>
            </a:r>
            <a:endParaRPr lang="en-US" sz="2800" b="1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z="3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248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Nội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THỜI KỲ VIỆN ĐẠI HỌC CẦN THƠ (1966 – 1975)</a:t>
            </a:r>
          </a:p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8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– 1975)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vi-VN" sz="3800" dirty="0"/>
              <a:t>ĐƯỢC THÀNH LẬP NGÀY 31 THÁNG 03 NĂM 1966</a:t>
            </a:r>
          </a:p>
          <a:p>
            <a:r>
              <a:rPr lang="vi-VN" sz="3800" dirty="0"/>
              <a:t>VIỆN ĐẠI HỌC CẦN THƠ CÓ BỐN KHOA:</a:t>
            </a:r>
          </a:p>
          <a:p>
            <a:pPr marL="0" indent="0">
              <a:buNone/>
            </a:pPr>
            <a:r>
              <a:rPr lang="vi-VN" dirty="0"/>
              <a:t>     </a:t>
            </a:r>
            <a:r>
              <a:rPr lang="vi-VN" sz="3300" dirty="0"/>
              <a:t>- Khoa học</a:t>
            </a:r>
          </a:p>
          <a:p>
            <a:pPr marL="0" indent="0">
              <a:buNone/>
            </a:pPr>
            <a:r>
              <a:rPr lang="vi-VN" sz="3300" dirty="0"/>
              <a:t>     - Luật KHOA </a:t>
            </a:r>
          </a:p>
          <a:p>
            <a:pPr marL="0" indent="0">
              <a:buNone/>
            </a:pPr>
            <a:r>
              <a:rPr lang="vi-VN" sz="3300" dirty="0"/>
              <a:t>     - KHOA HỌC XÃ HỘI , VĂN KHOA , SƯ PHẠM</a:t>
            </a:r>
          </a:p>
          <a:p>
            <a:pPr marL="0" indent="0">
              <a:buNone/>
            </a:pPr>
            <a:r>
              <a:rPr lang="vi-VN" sz="3300" dirty="0"/>
              <a:t>     - CAO ĐẲNG NÔNG NGHIỆP VÀ TRUNG TÂM SINH NGỮ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23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cần thơ (1966 – 1975)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vi-VN" sz="3500" dirty="0"/>
              <a:t>CƠ SỞ VẬT CHẤT CỦA VIỆN ĐẠI HỌC CẦN THƠ TỌA LẠC TRÊN 4 ĐỊA ĐIỂM</a:t>
            </a:r>
          </a:p>
          <a:p>
            <a:pPr marL="0" indent="0">
              <a:buNone/>
            </a:pPr>
            <a:r>
              <a:rPr lang="vi-VN" dirty="0"/>
              <a:t>     </a:t>
            </a:r>
            <a:r>
              <a:rPr lang="vi-VN" sz="3000" dirty="0"/>
              <a:t>- TÒA VIỆN TRƯỞNG (SỐ 5, ĐẠI LỘ HÒA BÌNH)</a:t>
            </a:r>
          </a:p>
          <a:p>
            <a:pPr marL="0" indent="0">
              <a:buNone/>
            </a:pPr>
            <a:r>
              <a:rPr lang="vi-VN" sz="3000" dirty="0"/>
              <a:t>     - KHU Ⅰ (ĐƯỜNG 30/4)</a:t>
            </a:r>
          </a:p>
          <a:p>
            <a:pPr marL="0" indent="0">
              <a:buNone/>
            </a:pPr>
            <a:r>
              <a:rPr lang="vi-VN" sz="3000" dirty="0"/>
              <a:t>     - khu Ⅱ: (ĐƯỜNG 3/2)</a:t>
            </a:r>
          </a:p>
          <a:p>
            <a:pPr marL="0" indent="0">
              <a:buNone/>
            </a:pPr>
            <a:r>
              <a:rPr lang="vi-VN" sz="3000" dirty="0"/>
              <a:t>     - KHU Ⅲ: (SỐ 1, LÝ TỰ TRỌNG)</a:t>
            </a:r>
            <a:endParaRPr lang="en-US" sz="3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vi-VN" sz="3800" dirty="0"/>
              <a:t>VIỆN ĐẠI HỌC CẦN THƠ ĐƯỢC ĐỔI THÀNH ĐHCT</a:t>
            </a:r>
          </a:p>
          <a:p>
            <a:r>
              <a:rPr lang="vi-VN" sz="3800" dirty="0"/>
              <a:t>CƠ CẤU ĐHCT HIỆN NAY </a:t>
            </a:r>
          </a:p>
          <a:p>
            <a:pPr marL="0" indent="0">
              <a:buNone/>
            </a:pPr>
            <a:r>
              <a:rPr lang="vi-VN" dirty="0"/>
              <a:t>     </a:t>
            </a:r>
            <a:r>
              <a:rPr lang="vi-VN" sz="3300" dirty="0"/>
              <a:t>- KHOA – VIỆN</a:t>
            </a:r>
          </a:p>
          <a:p>
            <a:pPr marL="0" indent="0">
              <a:buNone/>
            </a:pPr>
            <a:r>
              <a:rPr lang="vi-VN" sz="3300" dirty="0"/>
              <a:t>     - TRUNG TÂM – TRUNG TÂM ĐÀO TẠO</a:t>
            </a:r>
          </a:p>
          <a:p>
            <a:pPr marL="0" indent="0">
              <a:buNone/>
            </a:pPr>
            <a:r>
              <a:rPr lang="vi-VN" sz="3300" dirty="0"/>
              <a:t>     - PHÒNG BAN CHỨC NĂNG </a:t>
            </a:r>
          </a:p>
          <a:p>
            <a:pPr marL="0" indent="0">
              <a:buNone/>
            </a:pPr>
            <a:r>
              <a:rPr lang="vi-VN" sz="3300" dirty="0"/>
              <a:t>     - ĐOÀN THỂ &amp; HỘI </a:t>
            </a:r>
            <a:endParaRPr lang="en-US" sz="33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83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sz="3500" b="1" dirty="0">
                <a:solidFill>
                  <a:srgbClr val="FF0000"/>
                </a:solidFill>
              </a:rPr>
              <a:t>KHOA KHOA HỌC TỰ NHIÊN</a:t>
            </a:r>
          </a:p>
          <a:p>
            <a:pPr marL="0" indent="0" algn="just">
              <a:buNone/>
            </a:pPr>
            <a:r>
              <a:rPr lang="vi-VN" sz="3000" dirty="0">
                <a:solidFill>
                  <a:srgbClr val="FF0000"/>
                </a:solidFill>
              </a:rPr>
              <a:t>     </a:t>
            </a:r>
            <a:r>
              <a:rPr lang="vi-VN" sz="3000" dirty="0"/>
              <a:t>- NGÀY 14/1/1988,TRƯỜNG ĐHCT KHÁNH THÀNH KHOA KHOA HỌC </a:t>
            </a:r>
          </a:p>
          <a:p>
            <a:pPr marL="0" indent="0" algn="just">
              <a:buNone/>
            </a:pPr>
            <a:r>
              <a:rPr lang="vi-VN" sz="3000" dirty="0">
                <a:solidFill>
                  <a:srgbClr val="FF0000"/>
                </a:solidFill>
              </a:rPr>
              <a:t>     </a:t>
            </a:r>
            <a:r>
              <a:rPr lang="vi-VN" sz="3000" dirty="0"/>
              <a:t>- CƠ SỞ VẬT CHẤT </a:t>
            </a:r>
          </a:p>
          <a:p>
            <a:pPr marL="0" indent="0" algn="just">
              <a:buNone/>
            </a:pPr>
            <a:r>
              <a:rPr lang="vi-VN" sz="2700" dirty="0">
                <a:solidFill>
                  <a:srgbClr val="FF0000"/>
                </a:solidFill>
              </a:rPr>
              <a:t>      </a:t>
            </a:r>
            <a:r>
              <a:rPr lang="vi-VN" sz="2600" dirty="0"/>
              <a:t>+ 12 PHÒNG THÍ NGHIỆM (PTN) CHO SINH, HÓA, VẬT LÝ </a:t>
            </a:r>
          </a:p>
          <a:p>
            <a:pPr marL="0" indent="0" algn="just">
              <a:buNone/>
            </a:pPr>
            <a:r>
              <a:rPr lang="vi-VN" sz="2600" dirty="0"/>
              <a:t>      + 06 PHÒNG MÁY TÍNH ĐƯỢC NỐI MẠNG VỚI NHAU </a:t>
            </a: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88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vi-VN" sz="3500" b="1" dirty="0">
                <a:solidFill>
                  <a:srgbClr val="FF0000"/>
                </a:solidFill>
              </a:rPr>
              <a:t>KHOA KHOA HỌC TỰ NHIÊN</a:t>
            </a:r>
          </a:p>
          <a:p>
            <a:pPr marL="0" indent="0">
              <a:buNone/>
            </a:pPr>
            <a:r>
              <a:rPr lang="vi-VN" sz="3000" dirty="0">
                <a:solidFill>
                  <a:srgbClr val="FF0000"/>
                </a:solidFill>
              </a:rPr>
              <a:t>     </a:t>
            </a:r>
            <a:r>
              <a:rPr lang="vi-VN" sz="3000" dirty="0"/>
              <a:t>- CƠ SỞ VẬT CHẤT </a:t>
            </a:r>
          </a:p>
          <a:p>
            <a:pPr marL="0" indent="0">
              <a:buNone/>
            </a:pPr>
            <a:r>
              <a:rPr lang="vi-VN" sz="2700" dirty="0"/>
              <a:t>          </a:t>
            </a:r>
            <a:r>
              <a:rPr lang="vi-VN" sz="2600" dirty="0"/>
              <a:t>+ VP KHOA VÀ XƯỞNG SỬA CHỮA </a:t>
            </a:r>
          </a:p>
          <a:p>
            <a:pPr marL="0" indent="0">
              <a:buNone/>
            </a:pPr>
            <a:r>
              <a:rPr lang="vi-VN" sz="2600" dirty="0"/>
              <a:t>          + NĂM 2010, TRƯỜNG ĐÃ ĐẦU TƯ MỞ RỘNG KHU PTN CỦA KHOA </a:t>
            </a:r>
          </a:p>
          <a:p>
            <a:pPr marL="0" indent="0">
              <a:buNone/>
            </a:pPr>
            <a:r>
              <a:rPr lang="vi-VN" sz="2600" dirty="0"/>
              <a:t>          + XÂY MỚI KHU NHÀ 3 TẦNG VỚI 22 PHÒNG</a:t>
            </a:r>
            <a:r>
              <a:rPr lang="vi-VN" sz="2700" dirty="0"/>
              <a:t> </a:t>
            </a:r>
            <a:endParaRPr lang="en-US" sz="27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6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sz="3500" b="1" dirty="0">
                <a:solidFill>
                  <a:srgbClr val="FF0000"/>
                </a:solidFill>
              </a:rPr>
              <a:t>KHOA KHOA HỌC TỰ NHIÊN </a:t>
            </a:r>
          </a:p>
          <a:p>
            <a:pPr marL="0" indent="0">
              <a:buNone/>
            </a:pPr>
            <a:r>
              <a:rPr lang="vi-VN" sz="3300" dirty="0"/>
              <a:t>      - KHOA KHTN HIỆN NAY GỒM 04 BỘ MÔN</a:t>
            </a:r>
          </a:p>
          <a:p>
            <a:pPr marL="0" indent="0">
              <a:buNone/>
            </a:pPr>
            <a:r>
              <a:rPr lang="vi-VN" sz="2600" dirty="0"/>
              <a:t>         + BỘ MÔN SINH HỌC</a:t>
            </a:r>
          </a:p>
          <a:p>
            <a:pPr marL="0" indent="0">
              <a:buNone/>
            </a:pPr>
            <a:r>
              <a:rPr lang="vi-VN" sz="2600" dirty="0"/>
              <a:t>         + BỘ MÔN HÓA HỌC</a:t>
            </a:r>
          </a:p>
          <a:p>
            <a:pPr marL="0" indent="0">
              <a:buNone/>
            </a:pPr>
            <a:r>
              <a:rPr lang="vi-VN" sz="2600" dirty="0"/>
              <a:t>         + BỘ MÔN TOÁN HỌC</a:t>
            </a:r>
          </a:p>
          <a:p>
            <a:pPr marL="0" indent="0">
              <a:buNone/>
            </a:pPr>
            <a:r>
              <a:rPr lang="vi-VN" sz="2600" dirty="0"/>
              <a:t>         + BỘ MÔN VẬT LÝ</a:t>
            </a: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31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vi-VN" sz="3800" b="1" dirty="0">
                <a:solidFill>
                  <a:srgbClr val="FF0000"/>
                </a:solidFill>
              </a:rPr>
              <a:t>KHOA KHOA HỌC TỰ NHIÊN</a:t>
            </a:r>
          </a:p>
          <a:p>
            <a:pPr marL="0" indent="0">
              <a:buNone/>
            </a:pPr>
            <a:r>
              <a:rPr lang="vi-VN" sz="3300" dirty="0"/>
              <a:t>     - CÔNG TÁC ĐÀO TẠO</a:t>
            </a:r>
          </a:p>
          <a:p>
            <a:pPr marL="0" indent="0">
              <a:buNone/>
            </a:pPr>
            <a:r>
              <a:rPr lang="vi-VN" sz="2800" dirty="0"/>
              <a:t>         + ĐẠI HỌC: ......</a:t>
            </a:r>
          </a:p>
          <a:p>
            <a:pPr marL="0" indent="0">
              <a:buNone/>
            </a:pPr>
            <a:r>
              <a:rPr lang="vi-VN" sz="2800" dirty="0"/>
              <a:t>         + SĐH: .......</a:t>
            </a:r>
          </a:p>
          <a:p>
            <a:pPr marL="0" indent="0">
              <a:buNone/>
            </a:pPr>
            <a:r>
              <a:rPr lang="vi-VN" dirty="0"/>
              <a:t>     </a:t>
            </a:r>
            <a:r>
              <a:rPr lang="vi-VN" sz="3300" dirty="0"/>
              <a:t>- CÔNG TÁC NCKH, BÁO CÁO CHUYÊN ĐỀ: ......</a:t>
            </a:r>
          </a:p>
          <a:p>
            <a:pPr marL="0" indent="0">
              <a:buNone/>
            </a:pPr>
            <a:r>
              <a:rPr lang="vi-VN" sz="3300" dirty="0"/>
              <a:t>     - CÔNG TÁC ĐÀO TẠO VÀ BỒI DƯỠNG CÁN BỘ: .......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72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vi-VN" sz="5100" dirty="0">
                <a:solidFill>
                  <a:srgbClr val="0070C0"/>
                </a:solidFill>
                <a:hlinkClick r:id="rId2"/>
              </a:rPr>
              <a:t>KHOA CNTT &amp; TT</a:t>
            </a:r>
            <a:endParaRPr lang="vi-VN" sz="51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vi-VN" sz="5100" dirty="0"/>
              <a:t>    - ĐƯỢC THÀNH LẬP NĂM 1994 TRÊN CƠ SỞ TRUNG TÂM ĐIỆN TỬ VÀ TIN HỌC </a:t>
            </a:r>
          </a:p>
          <a:p>
            <a:pPr marL="0" indent="0">
              <a:buNone/>
            </a:pPr>
            <a:r>
              <a:rPr lang="vi-VN" sz="5100" dirty="0"/>
              <a:t>    - NHIỆM VỤ CỦA KHOA LÀ ĐÀO TẠO</a:t>
            </a:r>
            <a:r>
              <a:rPr lang="vi-VN" sz="4000" dirty="0"/>
              <a:t> </a:t>
            </a:r>
          </a:p>
          <a:p>
            <a:pPr marL="0" indent="0">
              <a:buNone/>
            </a:pPr>
            <a:r>
              <a:rPr lang="vi-VN" sz="3800" dirty="0"/>
              <a:t>         </a:t>
            </a:r>
            <a:r>
              <a:rPr lang="vi-VN" sz="4400" dirty="0"/>
              <a:t>+ ĐẠI HỌC VÀ SAU ĐẠI HỌC </a:t>
            </a:r>
          </a:p>
          <a:p>
            <a:pPr marL="0" indent="0">
              <a:buNone/>
            </a:pPr>
            <a:r>
              <a:rPr lang="vi-VN" sz="4400" dirty="0"/>
              <a:t>         + NCKH VÀ CHUYỂN GIAO CÔNG NGHỆ TRONG LĨNH VỰC CNTT&amp;TT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0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b="1" dirty="0">
                <a:solidFill>
                  <a:schemeClr val="accent1">
                    <a:lumMod val="50000"/>
                  </a:schemeClr>
                </a:solidFill>
              </a:rPr>
              <a:t>KHOA CNTT &amp; TT</a:t>
            </a:r>
          </a:p>
          <a:p>
            <a:pPr marL="0" indent="0">
              <a:buNone/>
            </a:pPr>
            <a:r>
              <a:rPr lang="vi-VN" dirty="0"/>
              <a:t>      </a:t>
            </a:r>
            <a:r>
              <a:rPr lang="vi-VN" sz="2800" dirty="0"/>
              <a:t>- TẦM NHÌN ĐẾN NĂM 2020</a:t>
            </a:r>
          </a:p>
          <a:p>
            <a:pPr marL="0" indent="0">
              <a:buNone/>
            </a:pPr>
            <a:r>
              <a:rPr lang="vi-VN" sz="2400" dirty="0"/>
              <a:t>           + ĐƠN VỊ ĐÀO TẠO</a:t>
            </a:r>
          </a:p>
          <a:p>
            <a:pPr marL="0" indent="0">
              <a:buNone/>
            </a:pPr>
            <a:r>
              <a:rPr lang="vi-VN" sz="2400" dirty="0"/>
              <a:t>           + NGHIÊN CỨU KHOA HỌC VỀ CNTT&amp;TT MẠNH CỦA CẢ NƯỚC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32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vi-VN" sz="3800" b="1" dirty="0">
                <a:solidFill>
                  <a:schemeClr val="accent1">
                    <a:lumMod val="50000"/>
                  </a:schemeClr>
                </a:solidFill>
              </a:rPr>
              <a:t>KHOA CNTT &amp; TT</a:t>
            </a:r>
          </a:p>
          <a:p>
            <a:pPr marL="0" indent="0">
              <a:buNone/>
            </a:pPr>
            <a:r>
              <a:rPr lang="vi-VN" sz="3300" dirty="0"/>
              <a:t>     - CÁC BỘ MÔN VÀ TRUNG TÂM</a:t>
            </a:r>
          </a:p>
          <a:p>
            <a:pPr marL="0" indent="0">
              <a:buNone/>
            </a:pPr>
            <a:r>
              <a:rPr lang="vi-VN" sz="2600" dirty="0"/>
              <a:t>         + BỘ MÔN HỆ THỐNG THÔNG TIN</a:t>
            </a:r>
          </a:p>
          <a:p>
            <a:pPr marL="0" indent="0">
              <a:buNone/>
            </a:pPr>
            <a:r>
              <a:rPr lang="vi-VN" sz="2600" dirty="0"/>
              <a:t>         + BỘ MÔN MẠNG MÁY TÍNH &amp; TRUYỀN THÔNG</a:t>
            </a:r>
          </a:p>
          <a:p>
            <a:pPr marL="0" indent="0">
              <a:buNone/>
            </a:pPr>
            <a:r>
              <a:rPr lang="vi-VN" sz="2600" dirty="0"/>
              <a:t>         + BỘ MÔN CÔNG NGHỆ PHẦN MỀM</a:t>
            </a:r>
          </a:p>
          <a:p>
            <a:pPr marL="0" indent="0">
              <a:buNone/>
            </a:pPr>
            <a:r>
              <a:rPr lang="vi-VN" sz="2600" dirty="0"/>
              <a:t>         + BỘ MÔN KHOA HỌC MÁY TÍNH</a:t>
            </a: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83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ĐHCT GIAI ĐOẠN SAU NĂM 1975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sz="3500" b="1" dirty="0">
                <a:solidFill>
                  <a:schemeClr val="accent1">
                    <a:lumMod val="50000"/>
                  </a:schemeClr>
                </a:solidFill>
              </a:rPr>
              <a:t>KHOA CNTT &amp; TT</a:t>
            </a:r>
          </a:p>
          <a:p>
            <a:pPr marL="0" indent="0">
              <a:buNone/>
            </a:pPr>
            <a:r>
              <a:rPr lang="vi-VN" sz="3000" dirty="0"/>
              <a:t>    - CÁC BỘ MÔN VÀ TRUNG TÂM </a:t>
            </a:r>
          </a:p>
          <a:p>
            <a:pPr marL="0" indent="0">
              <a:buNone/>
            </a:pPr>
            <a:r>
              <a:rPr lang="vi-VN" sz="2600" dirty="0"/>
              <a:t>         + BỘ MÔN CÔNG NGHỆ THÔNG TIN </a:t>
            </a:r>
          </a:p>
          <a:p>
            <a:pPr marL="0" indent="0">
              <a:buNone/>
            </a:pPr>
            <a:r>
              <a:rPr lang="vi-VN" sz="2600" dirty="0"/>
              <a:t>         + BỘ MÔN TIN HỌC ỨNG DỤNG</a:t>
            </a:r>
          </a:p>
          <a:p>
            <a:pPr marL="0" indent="0">
              <a:buNone/>
            </a:pPr>
            <a:r>
              <a:rPr lang="vi-VN" sz="2600" dirty="0"/>
              <a:t>         + TỔ VĂN PHÒNG</a:t>
            </a:r>
          </a:p>
          <a:p>
            <a:pPr marL="0" indent="0">
              <a:buNone/>
            </a:pPr>
            <a:r>
              <a:rPr lang="vi-VN" sz="2600" dirty="0"/>
              <a:t>         + TRUNG TÂM ĐIỆN TỬ &amp; TIN HỌC</a:t>
            </a:r>
            <a:endParaRPr lang="en-US" sz="2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22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vi-VN" dirty="0"/>
          </a:p>
          <a:p>
            <a:pPr marL="0" indent="0" algn="ctr">
              <a:buNone/>
            </a:pPr>
            <a:r>
              <a:rPr lang="vi-VN" b="1" dirty="0"/>
              <a:t>CẢM ƠN SỰ CHÚ Ý CỦA QUÝ VỊ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04233-BF86-40E4-84C0-6AA917D126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4829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886</TotalTime>
  <Words>722</Words>
  <Application>Microsoft Office PowerPoint</Application>
  <PresentationFormat>Widescreen</PresentationFormat>
  <Paragraphs>106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 – 1975)</vt:lpstr>
      <vt:lpstr>ThờI kỳ viện đại học cần thơ (1966 –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PowerPoint Presentation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Nguyễn Hoàng Gia Hân</cp:lastModifiedBy>
  <cp:revision>22</cp:revision>
  <dcterms:created xsi:type="dcterms:W3CDTF">2026-09-21T03:30:21Z</dcterms:created>
  <dcterms:modified xsi:type="dcterms:W3CDTF">2026-09-24T08:54:29Z</dcterms:modified>
</cp:coreProperties>
</file>